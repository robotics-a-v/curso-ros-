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7.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Lst>
  <p:sldSz cx="18288000" cy="10287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n-US" sz="1800" spc="-1" strike="noStrike">
                <a:solidFill>
                  <a:srgbClr val="000000"/>
                </a:solidFill>
                <a:latin typeface="Calibri"/>
              </a:rPr>
              <a:t>Pulse para </a:t>
            </a:r>
            <a:r>
              <a:rPr b="0" lang="en-US" sz="1800" spc="-1" strike="noStrike">
                <a:solidFill>
                  <a:srgbClr val="000000"/>
                </a:solidFill>
                <a:latin typeface="Calibri"/>
              </a:rPr>
              <a:t>desplazar la </a:t>
            </a:r>
            <a:r>
              <a:rPr b="0" lang="en-US" sz="1800" spc="-1" strike="noStrike">
                <a:solidFill>
                  <a:srgbClr val="000000"/>
                </a:solidFill>
                <a:latin typeface="Calibri"/>
              </a:rPr>
              <a:t>diapositiva</a:t>
            </a:r>
            <a:endParaRPr b="0" lang="en-US" sz="1800" spc="-1" strike="noStrike">
              <a:solidFill>
                <a:srgbClr val="000000"/>
              </a:solidFill>
              <a:latin typeface="Calibri"/>
            </a:endParaRPr>
          </a:p>
        </p:txBody>
      </p:sp>
      <p:sp>
        <p:nvSpPr>
          <p:cNvPr id="42" name="PlaceHolder 2"/>
          <p:cNvSpPr>
            <a:spLocks noGrp="1"/>
          </p:cNvSpPr>
          <p:nvPr>
            <p:ph type="body"/>
          </p:nvPr>
        </p:nvSpPr>
        <p:spPr>
          <a:xfrm>
            <a:off x="756000" y="5078520"/>
            <a:ext cx="6047640" cy="4811040"/>
          </a:xfrm>
          <a:prstGeom prst="rect">
            <a:avLst/>
          </a:prstGeom>
        </p:spPr>
        <p:txBody>
          <a:bodyPr lIns="0" rIns="0" tIns="0" bIns="0">
            <a:noAutofit/>
          </a:bodyPr>
          <a:p>
            <a:r>
              <a:rPr b="0" lang="es-EC" sz="2000" spc="-1" strike="noStrike">
                <a:latin typeface="Arial"/>
              </a:rPr>
              <a:t>Pulse para </a:t>
            </a:r>
            <a:r>
              <a:rPr b="0" lang="es-EC" sz="2000" spc="-1" strike="noStrike">
                <a:latin typeface="Arial"/>
              </a:rPr>
              <a:t>editar el </a:t>
            </a:r>
            <a:r>
              <a:rPr b="0" lang="es-EC" sz="2000" spc="-1" strike="noStrike">
                <a:latin typeface="Arial"/>
              </a:rPr>
              <a:t>formato de </a:t>
            </a:r>
            <a:r>
              <a:rPr b="0" lang="es-EC" sz="2000" spc="-1" strike="noStrike">
                <a:latin typeface="Arial"/>
              </a:rPr>
              <a:t>las notas</a:t>
            </a:r>
            <a:endParaRPr b="0" lang="es-EC" sz="2000" spc="-1" strike="noStrike">
              <a:latin typeface="Arial"/>
            </a:endParaRPr>
          </a:p>
        </p:txBody>
      </p:sp>
      <p:sp>
        <p:nvSpPr>
          <p:cNvPr id="43" name="PlaceHolder 3"/>
          <p:cNvSpPr>
            <a:spLocks noGrp="1"/>
          </p:cNvSpPr>
          <p:nvPr>
            <p:ph type="hdr"/>
          </p:nvPr>
        </p:nvSpPr>
        <p:spPr>
          <a:xfrm>
            <a:off x="0" y="0"/>
            <a:ext cx="3280680" cy="534240"/>
          </a:xfrm>
          <a:prstGeom prst="rect">
            <a:avLst/>
          </a:prstGeom>
        </p:spPr>
        <p:txBody>
          <a:bodyPr lIns="0" rIns="0" tIns="0" bIns="0">
            <a:noAutofit/>
          </a:bodyPr>
          <a:p>
            <a:r>
              <a:rPr b="0" lang="es-EC" sz="1400" spc="-1" strike="noStrike">
                <a:latin typeface="Times New Roman"/>
              </a:rPr>
              <a:t>&lt;cabecera&gt;</a:t>
            </a:r>
            <a:endParaRPr b="0" lang="es-EC" sz="1400" spc="-1" strike="noStrike">
              <a:latin typeface="Times New Roman"/>
            </a:endParaRPr>
          </a:p>
        </p:txBody>
      </p:sp>
      <p:sp>
        <p:nvSpPr>
          <p:cNvPr id="44" name="PlaceHolder 4"/>
          <p:cNvSpPr>
            <a:spLocks noGrp="1"/>
          </p:cNvSpPr>
          <p:nvPr>
            <p:ph type="dt"/>
          </p:nvPr>
        </p:nvSpPr>
        <p:spPr>
          <a:xfrm>
            <a:off x="4278960" y="0"/>
            <a:ext cx="3280680" cy="534240"/>
          </a:xfrm>
          <a:prstGeom prst="rect">
            <a:avLst/>
          </a:prstGeom>
        </p:spPr>
        <p:txBody>
          <a:bodyPr lIns="0" rIns="0" tIns="0" bIns="0">
            <a:noAutofit/>
          </a:bodyPr>
          <a:p>
            <a:pPr algn="r"/>
            <a:r>
              <a:rPr b="0" lang="es-EC" sz="1400" spc="-1" strike="noStrike">
                <a:latin typeface="Times New Roman"/>
              </a:rPr>
              <a:t>&lt;fecha/hora&gt;</a:t>
            </a:r>
            <a:endParaRPr b="0" lang="es-EC" sz="1400" spc="-1" strike="noStrike">
              <a:latin typeface="Times New Roman"/>
            </a:endParaRPr>
          </a:p>
        </p:txBody>
      </p:sp>
      <p:sp>
        <p:nvSpPr>
          <p:cNvPr id="45" name="PlaceHolder 5"/>
          <p:cNvSpPr>
            <a:spLocks noGrp="1"/>
          </p:cNvSpPr>
          <p:nvPr>
            <p:ph type="ftr"/>
          </p:nvPr>
        </p:nvSpPr>
        <p:spPr>
          <a:xfrm>
            <a:off x="0" y="10157400"/>
            <a:ext cx="3280680" cy="534240"/>
          </a:xfrm>
          <a:prstGeom prst="rect">
            <a:avLst/>
          </a:prstGeom>
        </p:spPr>
        <p:txBody>
          <a:bodyPr lIns="0" rIns="0" tIns="0" bIns="0" anchor="b">
            <a:noAutofit/>
          </a:bodyPr>
          <a:p>
            <a:r>
              <a:rPr b="0" lang="es-EC" sz="1400" spc="-1" strike="noStrike">
                <a:latin typeface="Times New Roman"/>
              </a:rPr>
              <a:t>&lt;pie de página&gt;</a:t>
            </a:r>
            <a:endParaRPr b="0" lang="es-EC" sz="1400" spc="-1" strike="noStrike">
              <a:latin typeface="Times New Roman"/>
            </a:endParaRPr>
          </a:p>
        </p:txBody>
      </p:sp>
      <p:sp>
        <p:nvSpPr>
          <p:cNvPr id="46"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F4A3E4F4-AEE4-4E36-A130-3A6030A17D03}" type="slidenum">
              <a:rPr b="0" lang="es-EC" sz="1400" spc="-1" strike="noStrike">
                <a:latin typeface="Times New Roman"/>
              </a:rPr>
              <a:t>&lt;número&gt;</a:t>
            </a:fld>
            <a:endParaRPr b="0" lang="es-EC"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TextShape 1"/>
          <p:cNvSpPr txBox="1"/>
          <p:nvPr/>
        </p:nvSpPr>
        <p:spPr>
          <a:xfrm>
            <a:off x="0" y="0"/>
            <a:ext cx="3962160" cy="342720"/>
          </a:xfrm>
          <a:prstGeom prst="rect">
            <a:avLst/>
          </a:prstGeom>
          <a:noFill/>
          <a:ln>
            <a:noFill/>
          </a:ln>
        </p:spPr>
        <p:txBody>
          <a:bodyPr>
            <a:noAutofit/>
          </a:bodyPr>
          <a:p>
            <a:endParaRPr b="0" lang="es-EC" sz="2400" spc="-1" strike="noStrike">
              <a:latin typeface="Times New Roman"/>
            </a:endParaRPr>
          </a:p>
        </p:txBody>
      </p:sp>
      <p:sp>
        <p:nvSpPr>
          <p:cNvPr id="138" name="TextShape 2"/>
          <p:cNvSpPr txBox="1"/>
          <p:nvPr/>
        </p:nvSpPr>
        <p:spPr>
          <a:xfrm>
            <a:off x="5180040" y="0"/>
            <a:ext cx="3962160" cy="342720"/>
          </a:xfrm>
          <a:prstGeom prst="rect">
            <a:avLst/>
          </a:prstGeom>
          <a:noFill/>
          <a:ln>
            <a:noFill/>
          </a:ln>
        </p:spPr>
        <p:txBody>
          <a:bodyPr>
            <a:noAutofit/>
          </a:bodyPr>
          <a:p>
            <a:pPr algn="r">
              <a:lnSpc>
                <a:spcPct val="100000"/>
              </a:lnSpc>
            </a:pPr>
            <a:r>
              <a:rPr b="0" lang="cs-CZ" sz="1200" spc="-1" strike="noStrike">
                <a:latin typeface="Times New Roman"/>
              </a:rPr>
              <a:t>1.7.2013</a:t>
            </a:r>
            <a:endParaRPr b="0" lang="es-EC" sz="1200" spc="-1" strike="noStrike">
              <a:latin typeface="Times New Roman"/>
            </a:endParaRPr>
          </a:p>
        </p:txBody>
      </p:sp>
      <p:sp>
        <p:nvSpPr>
          <p:cNvPr id="139" name="PlaceHolder 3"/>
          <p:cNvSpPr>
            <a:spLocks noGrp="1"/>
          </p:cNvSpPr>
          <p:nvPr>
            <p:ph type="sldImg"/>
          </p:nvPr>
        </p:nvSpPr>
        <p:spPr>
          <a:xfrm>
            <a:off x="2857680" y="512640"/>
            <a:ext cx="3428640" cy="2566800"/>
          </a:xfrm>
          <a:prstGeom prst="rect">
            <a:avLst/>
          </a:prstGeom>
        </p:spPr>
      </p:sp>
      <p:sp>
        <p:nvSpPr>
          <p:cNvPr id="140" name="PlaceHolder 4"/>
          <p:cNvSpPr>
            <a:spLocks noGrp="1"/>
          </p:cNvSpPr>
          <p:nvPr>
            <p:ph type="body"/>
          </p:nvPr>
        </p:nvSpPr>
        <p:spPr>
          <a:xfrm>
            <a:off x="914400" y="3251160"/>
            <a:ext cx="7314840" cy="3080880"/>
          </a:xfrm>
          <a:prstGeom prst="rect">
            <a:avLst/>
          </a:prstGeom>
        </p:spPr>
        <p:txBody>
          <a:bodyPr>
            <a:noAutofit/>
          </a:bodyPr>
          <a:p>
            <a:pPr marL="216000" indent="-216000">
              <a:lnSpc>
                <a:spcPct val="100000"/>
              </a:lnSpc>
            </a:pPr>
            <a:r>
              <a:rPr b="0" lang="en-US" sz="2000" spc="-1" strike="noStrike">
                <a:latin typeface="Arial"/>
              </a:rPr>
              <a:t>ROS (Robot Operating System) es un marco de software de código abierto utilizado en la industria de la robótica para el desarrollo de aplicaciones. No es un sistema operativo tradicional, sino una colección de bibliotecas y herramientas que permiten la comunicación entre los componentes de un sistema robótico. Proporciona un entorno flexible y modular para desarrollar software de forma más rápida y sencilla, independiente del hardware y el lenguaje de programación utilizado. ROS es ampliamente utilizado en la investigación, educación y la industria de la robótica debido a su capacidad para integrar componentes de hardware y software, reutilizar código y facilitar la colaboración entre equipos de desarrollo.</a:t>
            </a:r>
            <a:endParaRPr b="0" lang="es-EC" sz="2000" spc="-1" strike="noStrike">
              <a:latin typeface="Arial"/>
            </a:endParaRPr>
          </a:p>
        </p:txBody>
      </p:sp>
      <p:sp>
        <p:nvSpPr>
          <p:cNvPr id="141" name="TextShape 5"/>
          <p:cNvSpPr txBox="1"/>
          <p:nvPr/>
        </p:nvSpPr>
        <p:spPr>
          <a:xfrm>
            <a:off x="0" y="6502320"/>
            <a:ext cx="3962160" cy="340920"/>
          </a:xfrm>
          <a:prstGeom prst="rect">
            <a:avLst/>
          </a:prstGeom>
          <a:noFill/>
          <a:ln>
            <a:noFill/>
          </a:ln>
        </p:spPr>
        <p:txBody>
          <a:bodyPr anchor="b">
            <a:noAutofit/>
          </a:bodyPr>
          <a:p>
            <a:endParaRPr b="0" lang="es-EC" sz="2400" spc="-1" strike="noStrike">
              <a:latin typeface="Times New Roman"/>
            </a:endParaRPr>
          </a:p>
        </p:txBody>
      </p:sp>
      <p:sp>
        <p:nvSpPr>
          <p:cNvPr id="142" name="TextShape 6"/>
          <p:cNvSpPr txBox="1"/>
          <p:nvPr/>
        </p:nvSpPr>
        <p:spPr>
          <a:xfrm>
            <a:off x="5180040" y="6502320"/>
            <a:ext cx="3962160" cy="340920"/>
          </a:xfrm>
          <a:prstGeom prst="rect">
            <a:avLst/>
          </a:prstGeom>
          <a:noFill/>
          <a:ln>
            <a:noFill/>
          </a:ln>
        </p:spPr>
        <p:txBody>
          <a:bodyPr anchor="b">
            <a:noAutofit/>
          </a:bodyPr>
          <a:p>
            <a:pPr algn="r">
              <a:lnSpc>
                <a:spcPct val="100000"/>
              </a:lnSpc>
            </a:pPr>
            <a:r>
              <a:rPr b="0" lang="cs-CZ" sz="1200" spc="-1" strike="noStrike">
                <a:latin typeface="Times New Roman"/>
              </a:rPr>
              <a:t>‹</a:t>
            </a:r>
            <a:r>
              <a:rPr b="0" lang="cs-CZ" sz="1200" spc="-1" strike="noStrike">
                <a:latin typeface="Times New Roman"/>
              </a:rPr>
              <a:t>#›</a:t>
            </a:r>
            <a:endParaRPr b="0" lang="es-EC"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TextShape 1"/>
          <p:cNvSpPr txBox="1"/>
          <p:nvPr/>
        </p:nvSpPr>
        <p:spPr>
          <a:xfrm>
            <a:off x="0" y="0"/>
            <a:ext cx="3962160" cy="342720"/>
          </a:xfrm>
          <a:prstGeom prst="rect">
            <a:avLst/>
          </a:prstGeom>
          <a:noFill/>
          <a:ln>
            <a:noFill/>
          </a:ln>
        </p:spPr>
        <p:txBody>
          <a:bodyPr>
            <a:noAutofit/>
          </a:bodyPr>
          <a:p>
            <a:endParaRPr b="0" lang="es-EC" sz="2400" spc="-1" strike="noStrike">
              <a:latin typeface="Times New Roman"/>
            </a:endParaRPr>
          </a:p>
        </p:txBody>
      </p:sp>
      <p:sp>
        <p:nvSpPr>
          <p:cNvPr id="144" name="TextShape 2"/>
          <p:cNvSpPr txBox="1"/>
          <p:nvPr/>
        </p:nvSpPr>
        <p:spPr>
          <a:xfrm>
            <a:off x="5180040" y="0"/>
            <a:ext cx="3962160" cy="342720"/>
          </a:xfrm>
          <a:prstGeom prst="rect">
            <a:avLst/>
          </a:prstGeom>
          <a:noFill/>
          <a:ln>
            <a:noFill/>
          </a:ln>
        </p:spPr>
        <p:txBody>
          <a:bodyPr>
            <a:noAutofit/>
          </a:bodyPr>
          <a:p>
            <a:pPr algn="r">
              <a:lnSpc>
                <a:spcPct val="100000"/>
              </a:lnSpc>
            </a:pPr>
            <a:r>
              <a:rPr b="0" lang="cs-CZ" sz="1200" spc="-1" strike="noStrike">
                <a:latin typeface="Times New Roman"/>
              </a:rPr>
              <a:t>1.7.2013</a:t>
            </a:r>
            <a:endParaRPr b="0" lang="es-EC" sz="1200" spc="-1" strike="noStrike">
              <a:latin typeface="Times New Roman"/>
            </a:endParaRPr>
          </a:p>
        </p:txBody>
      </p:sp>
      <p:sp>
        <p:nvSpPr>
          <p:cNvPr id="145" name="PlaceHolder 3"/>
          <p:cNvSpPr>
            <a:spLocks noGrp="1"/>
          </p:cNvSpPr>
          <p:nvPr>
            <p:ph type="sldImg"/>
          </p:nvPr>
        </p:nvSpPr>
        <p:spPr>
          <a:xfrm>
            <a:off x="2857680" y="512640"/>
            <a:ext cx="3428640" cy="2566800"/>
          </a:xfrm>
          <a:prstGeom prst="rect">
            <a:avLst/>
          </a:prstGeom>
        </p:spPr>
      </p:sp>
      <p:sp>
        <p:nvSpPr>
          <p:cNvPr id="146" name="PlaceHolder 4"/>
          <p:cNvSpPr>
            <a:spLocks noGrp="1"/>
          </p:cNvSpPr>
          <p:nvPr>
            <p:ph type="body"/>
          </p:nvPr>
        </p:nvSpPr>
        <p:spPr>
          <a:xfrm>
            <a:off x="914400" y="3251160"/>
            <a:ext cx="7314840" cy="3080880"/>
          </a:xfrm>
          <a:prstGeom prst="rect">
            <a:avLst/>
          </a:prstGeom>
        </p:spPr>
        <p:txBody>
          <a:bodyPr>
            <a:noAutofit/>
          </a:bodyPr>
          <a:p>
            <a:pPr marL="216000" indent="-216000">
              <a:lnSpc>
                <a:spcPct val="100000"/>
              </a:lnSpc>
            </a:pPr>
            <a:r>
              <a:rPr b="0" lang="en-US" sz="2000" spc="-1" strike="noStrike">
                <a:latin typeface="Arial"/>
              </a:rPr>
              <a:t>Plambing: Ros proporciona una infraestructura de mensajería. Similar a la existente en MQTT, existe un publicador y suscriptor que se enlazan a través de un Tópico.</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Herramientas: Simulación y organización como Rviz, Gazebo entre otros, rospy, roscpp</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Capacidades: Funciones de control, planeamiento, manipulación de brazos robóticos MoveIT, mapeo para robótica MoveiT</a:t>
            </a:r>
            <a:endParaRPr b="0" lang="es-EC" sz="2000" spc="-1" strike="noStrike">
              <a:latin typeface="Arial"/>
            </a:endParaRPr>
          </a:p>
        </p:txBody>
      </p:sp>
      <p:sp>
        <p:nvSpPr>
          <p:cNvPr id="147" name="TextShape 5"/>
          <p:cNvSpPr txBox="1"/>
          <p:nvPr/>
        </p:nvSpPr>
        <p:spPr>
          <a:xfrm>
            <a:off x="0" y="6502320"/>
            <a:ext cx="3962160" cy="340920"/>
          </a:xfrm>
          <a:prstGeom prst="rect">
            <a:avLst/>
          </a:prstGeom>
          <a:noFill/>
          <a:ln>
            <a:noFill/>
          </a:ln>
        </p:spPr>
        <p:txBody>
          <a:bodyPr anchor="b">
            <a:noAutofit/>
          </a:bodyPr>
          <a:p>
            <a:endParaRPr b="0" lang="es-EC" sz="2400" spc="-1" strike="noStrike">
              <a:latin typeface="Times New Roman"/>
            </a:endParaRPr>
          </a:p>
        </p:txBody>
      </p:sp>
      <p:sp>
        <p:nvSpPr>
          <p:cNvPr id="148" name="TextShape 6"/>
          <p:cNvSpPr txBox="1"/>
          <p:nvPr/>
        </p:nvSpPr>
        <p:spPr>
          <a:xfrm>
            <a:off x="5180040" y="6502320"/>
            <a:ext cx="3962160" cy="340920"/>
          </a:xfrm>
          <a:prstGeom prst="rect">
            <a:avLst/>
          </a:prstGeom>
          <a:noFill/>
          <a:ln>
            <a:noFill/>
          </a:ln>
        </p:spPr>
        <p:txBody>
          <a:bodyPr anchor="b">
            <a:noAutofit/>
          </a:bodyPr>
          <a:p>
            <a:pPr algn="r">
              <a:lnSpc>
                <a:spcPct val="100000"/>
              </a:lnSpc>
            </a:pPr>
            <a:r>
              <a:rPr b="0" lang="cs-CZ" sz="1200" spc="-1" strike="noStrike">
                <a:latin typeface="Times New Roman"/>
              </a:rPr>
              <a:t>‹</a:t>
            </a:r>
            <a:r>
              <a:rPr b="0" lang="cs-CZ" sz="1200" spc="-1" strike="noStrike">
                <a:latin typeface="Times New Roman"/>
              </a:rPr>
              <a:t>#›</a:t>
            </a:r>
            <a:endParaRPr b="0" lang="es-EC"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TextShape 1"/>
          <p:cNvSpPr txBox="1"/>
          <p:nvPr/>
        </p:nvSpPr>
        <p:spPr>
          <a:xfrm>
            <a:off x="0" y="0"/>
            <a:ext cx="3962160" cy="342720"/>
          </a:xfrm>
          <a:prstGeom prst="rect">
            <a:avLst/>
          </a:prstGeom>
          <a:noFill/>
          <a:ln>
            <a:noFill/>
          </a:ln>
        </p:spPr>
        <p:txBody>
          <a:bodyPr>
            <a:noAutofit/>
          </a:bodyPr>
          <a:p>
            <a:endParaRPr b="0" lang="es-EC" sz="2400" spc="-1" strike="noStrike">
              <a:latin typeface="Times New Roman"/>
            </a:endParaRPr>
          </a:p>
        </p:txBody>
      </p:sp>
      <p:sp>
        <p:nvSpPr>
          <p:cNvPr id="150" name="TextShape 2"/>
          <p:cNvSpPr txBox="1"/>
          <p:nvPr/>
        </p:nvSpPr>
        <p:spPr>
          <a:xfrm>
            <a:off x="5180040" y="0"/>
            <a:ext cx="3962160" cy="342720"/>
          </a:xfrm>
          <a:prstGeom prst="rect">
            <a:avLst/>
          </a:prstGeom>
          <a:noFill/>
          <a:ln>
            <a:noFill/>
          </a:ln>
        </p:spPr>
        <p:txBody>
          <a:bodyPr>
            <a:noAutofit/>
          </a:bodyPr>
          <a:p>
            <a:pPr algn="r">
              <a:lnSpc>
                <a:spcPct val="100000"/>
              </a:lnSpc>
            </a:pPr>
            <a:r>
              <a:rPr b="0" lang="cs-CZ" sz="1200" spc="-1" strike="noStrike">
                <a:latin typeface="Times New Roman"/>
              </a:rPr>
              <a:t>1.7.2013</a:t>
            </a:r>
            <a:endParaRPr b="0" lang="es-EC" sz="1200" spc="-1" strike="noStrike">
              <a:latin typeface="Times New Roman"/>
            </a:endParaRPr>
          </a:p>
        </p:txBody>
      </p:sp>
      <p:sp>
        <p:nvSpPr>
          <p:cNvPr id="151" name="PlaceHolder 3"/>
          <p:cNvSpPr>
            <a:spLocks noGrp="1"/>
          </p:cNvSpPr>
          <p:nvPr>
            <p:ph type="sldImg"/>
          </p:nvPr>
        </p:nvSpPr>
        <p:spPr>
          <a:xfrm>
            <a:off x="2857680" y="512640"/>
            <a:ext cx="3428640" cy="2566800"/>
          </a:xfrm>
          <a:prstGeom prst="rect">
            <a:avLst/>
          </a:prstGeom>
        </p:spPr>
      </p:sp>
      <p:sp>
        <p:nvSpPr>
          <p:cNvPr id="152" name="PlaceHolder 4"/>
          <p:cNvSpPr>
            <a:spLocks noGrp="1"/>
          </p:cNvSpPr>
          <p:nvPr>
            <p:ph type="body"/>
          </p:nvPr>
        </p:nvSpPr>
        <p:spPr>
          <a:xfrm>
            <a:off x="914400" y="3251160"/>
            <a:ext cx="7314840" cy="3080880"/>
          </a:xfrm>
          <a:prstGeom prst="rect">
            <a:avLst/>
          </a:prstGeom>
        </p:spPr>
        <p:txBody>
          <a:bodyPr>
            <a:noAutofit/>
          </a:bodyPr>
          <a:p>
            <a:pPr marL="216000" indent="-216000">
              <a:lnSpc>
                <a:spcPct val="100000"/>
              </a:lnSpc>
            </a:pPr>
            <a:r>
              <a:rPr b="0" lang="en-US" sz="2000" spc="-1" strike="noStrike">
                <a:latin typeface="Arial"/>
              </a:rPr>
              <a:t>primer nivel: herramientas para administración del código fuente, construcción y definición de mensajes.</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Sistema de archivos de ros está formado por metapacketes, y un metapacketes es un conjunto de paquetes</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especificación mínima sobre un paquete ROS y admite una amplia variedad de herramientas, desde la compilación hasta la documentación y la distribución</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Mensajes: Los mensajes son estructuras de datos utilizadas para transmitir información entre nodos en ROS. Se definen mediante archivos .msg que especifican el tipo y la estructura de los datos que se enviarán. Los mensajes se utilizan para enviar información de forma asincrónica, es decir, sin esperar una respuesta inmediata. Por ejemplo, se pueden usar mensajes para transmitir datos de sensores, comandos de actuadores o información de estado entre los nodos del sistema.</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Servicios: Los servicios en ROS son una forma de comunicación síncrona, es decir, que espera una respuesta inmediata. Un servicio define una solicitud y una respuesta asociada. El nodo que requiere la información envía una solicitud a otro nodo y espera a que el nodo de servicio procese la solicitud y envíe una respuesta. Los servicios se definen mediante archivos .srv que especifican la estructura de la solicitud y la respuesta. Los servicios se utilizan para realizar tareas que requieren interacción y respuesta entre nodos, como solicitar información específica o realizar cálculos complejos.</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Acciones: Las acciones en ROS proporcionan un mecanismo para realizar tareas complejas y de larga duración que requieren retroalimentación intermedia. A diferencia de los mensajes y los servicios, las acciones permiten el seguimiento y control del progreso de una tarea a medida que se realiza. Una acción consta de una meta (goal), un resultado (result) y un feedback. El nodo que inicia la acción envía una meta al nodo de acción y recibe información de feedback y el resultado a medida que se realiza la tarea. Las acciones se utilizan para tareas como mover un robot a una posición específica, realizar un seguimiento de objetos o ejecutar secuencias de acciones complejas.</a:t>
            </a:r>
            <a:endParaRPr b="0" lang="es-EC" sz="2000" spc="-1" strike="noStrike">
              <a:latin typeface="Arial"/>
            </a:endParaRPr>
          </a:p>
        </p:txBody>
      </p:sp>
      <p:sp>
        <p:nvSpPr>
          <p:cNvPr id="153" name="TextShape 5"/>
          <p:cNvSpPr txBox="1"/>
          <p:nvPr/>
        </p:nvSpPr>
        <p:spPr>
          <a:xfrm>
            <a:off x="0" y="6502320"/>
            <a:ext cx="3962160" cy="340920"/>
          </a:xfrm>
          <a:prstGeom prst="rect">
            <a:avLst/>
          </a:prstGeom>
          <a:noFill/>
          <a:ln>
            <a:noFill/>
          </a:ln>
        </p:spPr>
        <p:txBody>
          <a:bodyPr anchor="b">
            <a:noAutofit/>
          </a:bodyPr>
          <a:p>
            <a:endParaRPr b="0" lang="es-EC" sz="2400" spc="-1" strike="noStrike">
              <a:latin typeface="Times New Roman"/>
            </a:endParaRPr>
          </a:p>
        </p:txBody>
      </p:sp>
      <p:sp>
        <p:nvSpPr>
          <p:cNvPr id="154" name="TextShape 6"/>
          <p:cNvSpPr txBox="1"/>
          <p:nvPr/>
        </p:nvSpPr>
        <p:spPr>
          <a:xfrm>
            <a:off x="5180040" y="6502320"/>
            <a:ext cx="3962160" cy="340920"/>
          </a:xfrm>
          <a:prstGeom prst="rect">
            <a:avLst/>
          </a:prstGeom>
          <a:noFill/>
          <a:ln>
            <a:noFill/>
          </a:ln>
        </p:spPr>
        <p:txBody>
          <a:bodyPr anchor="b">
            <a:noAutofit/>
          </a:bodyPr>
          <a:p>
            <a:pPr algn="r">
              <a:lnSpc>
                <a:spcPct val="100000"/>
              </a:lnSpc>
            </a:pPr>
            <a:r>
              <a:rPr b="0" lang="cs-CZ" sz="1200" spc="-1" strike="noStrike">
                <a:latin typeface="Times New Roman"/>
              </a:rPr>
              <a:t>‹</a:t>
            </a:r>
            <a:r>
              <a:rPr b="0" lang="cs-CZ" sz="1200" spc="-1" strike="noStrike">
                <a:latin typeface="Times New Roman"/>
              </a:rPr>
              <a:t>#›</a:t>
            </a:r>
            <a:endParaRPr b="0" lang="es-EC"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TextShape 1"/>
          <p:cNvSpPr txBox="1"/>
          <p:nvPr/>
        </p:nvSpPr>
        <p:spPr>
          <a:xfrm>
            <a:off x="0" y="0"/>
            <a:ext cx="3962160" cy="342720"/>
          </a:xfrm>
          <a:prstGeom prst="rect">
            <a:avLst/>
          </a:prstGeom>
          <a:noFill/>
          <a:ln>
            <a:noFill/>
          </a:ln>
        </p:spPr>
        <p:txBody>
          <a:bodyPr>
            <a:noAutofit/>
          </a:bodyPr>
          <a:p>
            <a:endParaRPr b="0" lang="es-EC" sz="2400" spc="-1" strike="noStrike">
              <a:latin typeface="Times New Roman"/>
            </a:endParaRPr>
          </a:p>
        </p:txBody>
      </p:sp>
      <p:sp>
        <p:nvSpPr>
          <p:cNvPr id="156" name="TextShape 2"/>
          <p:cNvSpPr txBox="1"/>
          <p:nvPr/>
        </p:nvSpPr>
        <p:spPr>
          <a:xfrm>
            <a:off x="5180040" y="0"/>
            <a:ext cx="3962160" cy="342720"/>
          </a:xfrm>
          <a:prstGeom prst="rect">
            <a:avLst/>
          </a:prstGeom>
          <a:noFill/>
          <a:ln>
            <a:noFill/>
          </a:ln>
        </p:spPr>
        <p:txBody>
          <a:bodyPr>
            <a:noAutofit/>
          </a:bodyPr>
          <a:p>
            <a:pPr algn="r">
              <a:lnSpc>
                <a:spcPct val="100000"/>
              </a:lnSpc>
            </a:pPr>
            <a:r>
              <a:rPr b="0" lang="cs-CZ" sz="1200" spc="-1" strike="noStrike">
                <a:latin typeface="Times New Roman"/>
              </a:rPr>
              <a:t>1.7.2013</a:t>
            </a:r>
            <a:endParaRPr b="0" lang="es-EC" sz="1200" spc="-1" strike="noStrike">
              <a:latin typeface="Times New Roman"/>
            </a:endParaRPr>
          </a:p>
        </p:txBody>
      </p:sp>
      <p:sp>
        <p:nvSpPr>
          <p:cNvPr id="157" name="PlaceHolder 3"/>
          <p:cNvSpPr>
            <a:spLocks noGrp="1"/>
          </p:cNvSpPr>
          <p:nvPr>
            <p:ph type="sldImg"/>
          </p:nvPr>
        </p:nvSpPr>
        <p:spPr>
          <a:xfrm>
            <a:off x="2857680" y="512640"/>
            <a:ext cx="3428640" cy="2566800"/>
          </a:xfrm>
          <a:prstGeom prst="rect">
            <a:avLst/>
          </a:prstGeom>
        </p:spPr>
      </p:sp>
      <p:sp>
        <p:nvSpPr>
          <p:cNvPr id="158" name="PlaceHolder 4"/>
          <p:cNvSpPr>
            <a:spLocks noGrp="1"/>
          </p:cNvSpPr>
          <p:nvPr>
            <p:ph type="body"/>
          </p:nvPr>
        </p:nvSpPr>
        <p:spPr>
          <a:xfrm>
            <a:off x="914400" y="3251160"/>
            <a:ext cx="7314840" cy="3080880"/>
          </a:xfrm>
          <a:prstGeom prst="rect">
            <a:avLst/>
          </a:prstGeom>
        </p:spPr>
        <p:txBody>
          <a:bodyPr>
            <a:noAutofit/>
          </a:bodyPr>
          <a:p>
            <a:pPr marL="216000" indent="-216000">
              <a:lnSpc>
                <a:spcPct val="100000"/>
              </a:lnSpc>
            </a:pPr>
            <a:r>
              <a:rPr b="0" lang="en-US" sz="2000" spc="-1" strike="noStrike">
                <a:latin typeface="Arial"/>
              </a:rPr>
              <a:t>se establecen las conexiones y las relaciones entre los nodos para lograr un funcionamiento integrado del sistema. Se pueden definir jerarquías y estructuras de comunicación más complejas, como la creación de nodos maestros, nodos supervisores o nodos de control, que facilitan la interacción entre los nodos y coordinan su funcionamiento.</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Nodo Maestro (ROS Master): El Nodo Maestro actúa como un servidor centralizado que facilita el registro y la comunicación entre los nodos en un sistema ROS. Ayuda a los nodos a encontrarse y establecer conexiones a través de la red. El Nodo Maestro mantiene un registro de los nodos activos, los servicios disponibles y los tópicos existentes.</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Nodos: Los nodos son los componentes básicos de un sistema ROS. Cada nodo es un proceso individual que realiza tareas específicas, como capturar datos de sensores, procesar información, controlar actuadores, planificar rutas, etc. Los nodos se comunican entre sí a través de tópicos, servicios o acciones.</a:t>
            </a:r>
            <a:endParaRPr b="0" lang="es-EC" sz="2000" spc="-1" strike="noStrike">
              <a:latin typeface="Arial"/>
            </a:endParaRPr>
          </a:p>
          <a:p>
            <a:pPr marL="216000" indent="-216000">
              <a:lnSpc>
                <a:spcPct val="100000"/>
              </a:lnSpc>
            </a:pPr>
            <a:endParaRPr b="0" lang="es-EC" sz="2000" spc="-1" strike="noStrike">
              <a:latin typeface="Arial"/>
            </a:endParaRPr>
          </a:p>
          <a:p>
            <a:pPr marL="216000" indent="-216000">
              <a:lnSpc>
                <a:spcPct val="100000"/>
              </a:lnSpc>
            </a:pPr>
            <a:r>
              <a:rPr b="0" lang="en-US" sz="2000" spc="-1" strike="noStrike">
                <a:latin typeface="Arial"/>
              </a:rPr>
              <a:t>Nivel de red: El nivel de red en ROS aborda la comunicación entre los diferentes componentes de un sistema robótico que se ejecutan en computadoras separadas o en una red de computadoras. Se utiliza un sistema de comunicación llamado ROS Master para gestionar la conexión y el descubrimiento de nodos en la red. Los nodos pueden comunicarse a través de TCP/IP o UDP/IP utilizando el protocolo de comunicación ROS (ROS Communication Protocol) para enviar y recibir mensajes, servicios o acciones.</a:t>
            </a:r>
            <a:endParaRPr b="0" lang="es-EC" sz="2000" spc="-1" strike="noStrike">
              <a:latin typeface="Arial"/>
            </a:endParaRPr>
          </a:p>
        </p:txBody>
      </p:sp>
      <p:sp>
        <p:nvSpPr>
          <p:cNvPr id="159" name="TextShape 5"/>
          <p:cNvSpPr txBox="1"/>
          <p:nvPr/>
        </p:nvSpPr>
        <p:spPr>
          <a:xfrm>
            <a:off x="0" y="6502320"/>
            <a:ext cx="3962160" cy="340920"/>
          </a:xfrm>
          <a:prstGeom prst="rect">
            <a:avLst/>
          </a:prstGeom>
          <a:noFill/>
          <a:ln>
            <a:noFill/>
          </a:ln>
        </p:spPr>
        <p:txBody>
          <a:bodyPr anchor="b">
            <a:noAutofit/>
          </a:bodyPr>
          <a:p>
            <a:endParaRPr b="0" lang="es-EC" sz="2400" spc="-1" strike="noStrike">
              <a:latin typeface="Times New Roman"/>
            </a:endParaRPr>
          </a:p>
        </p:txBody>
      </p:sp>
      <p:sp>
        <p:nvSpPr>
          <p:cNvPr id="160" name="TextShape 6"/>
          <p:cNvSpPr txBox="1"/>
          <p:nvPr/>
        </p:nvSpPr>
        <p:spPr>
          <a:xfrm>
            <a:off x="5180040" y="6502320"/>
            <a:ext cx="3962160" cy="340920"/>
          </a:xfrm>
          <a:prstGeom prst="rect">
            <a:avLst/>
          </a:prstGeom>
          <a:noFill/>
          <a:ln>
            <a:noFill/>
          </a:ln>
        </p:spPr>
        <p:txBody>
          <a:bodyPr anchor="b">
            <a:noAutofit/>
          </a:bodyPr>
          <a:p>
            <a:pPr algn="r">
              <a:lnSpc>
                <a:spcPct val="100000"/>
              </a:lnSpc>
            </a:pPr>
            <a:r>
              <a:rPr b="0" lang="cs-CZ" sz="1200" spc="-1" strike="noStrike">
                <a:latin typeface="Times New Roman"/>
              </a:rPr>
              <a:t>‹</a:t>
            </a:r>
            <a:r>
              <a:rPr b="0" lang="cs-CZ" sz="1200" spc="-1" strike="noStrike">
                <a:latin typeface="Times New Roman"/>
              </a:rPr>
              <a:t>#›</a:t>
            </a:r>
            <a:endParaRPr b="0" lang="es-EC"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914400" y="2406960"/>
            <a:ext cx="16458840" cy="5965920"/>
          </a:xfrm>
          <a:prstGeom prst="rect">
            <a:avLst/>
          </a:prstGeom>
        </p:spPr>
        <p:txBody>
          <a:bodyPr lIns="0" rIns="0" tIns="0" bIns="0" anchor="ctr">
            <a:noAutofit/>
          </a:bodyPr>
          <a:p>
            <a:pPr algn="ctr"/>
            <a:endParaRPr b="0" lang="es-EC"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type="body"/>
          </p:nvPr>
        </p:nvSpPr>
        <p:spPr>
          <a:xfrm>
            <a:off x="914400" y="2406960"/>
            <a:ext cx="16458840" cy="596592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type="body"/>
          </p:nvPr>
        </p:nvSpPr>
        <p:spPr>
          <a:xfrm>
            <a:off x="91440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
        <p:nvSpPr>
          <p:cNvPr id="11" name="PlaceHolder 3"/>
          <p:cNvSpPr>
            <a:spLocks noGrp="1"/>
          </p:cNvSpPr>
          <p:nvPr>
            <p:ph type="body"/>
          </p:nvPr>
        </p:nvSpPr>
        <p:spPr>
          <a:xfrm>
            <a:off x="934812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p:spPr>
        <p:txBody>
          <a:bodyPr lIns="0" rIns="0" tIns="0" bIns="0" anchor="ctr">
            <a:noAutofit/>
          </a:bodyPr>
          <a:p>
            <a:pPr algn="ctr"/>
            <a:endParaRPr b="0" lang="es-EC"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16" name="PlaceHolder 3"/>
          <p:cNvSpPr>
            <a:spLocks noGrp="1"/>
          </p:cNvSpPr>
          <p:nvPr>
            <p:ph type="body"/>
          </p:nvPr>
        </p:nvSpPr>
        <p:spPr>
          <a:xfrm>
            <a:off x="934812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
        <p:nvSpPr>
          <p:cNvPr id="17" name="PlaceHolder 4"/>
          <p:cNvSpPr>
            <a:spLocks noGrp="1"/>
          </p:cNvSpPr>
          <p:nvPr>
            <p:ph type="body"/>
          </p:nvPr>
        </p:nvSpPr>
        <p:spPr>
          <a:xfrm>
            <a:off x="91440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type="body"/>
          </p:nvPr>
        </p:nvSpPr>
        <p:spPr>
          <a:xfrm>
            <a:off x="91440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
        <p:nvSpPr>
          <p:cNvPr id="20"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1" name="PlaceHolder 4"/>
          <p:cNvSpPr>
            <a:spLocks noGrp="1"/>
          </p:cNvSpPr>
          <p:nvPr>
            <p:ph type="body"/>
          </p:nvPr>
        </p:nvSpPr>
        <p:spPr>
          <a:xfrm>
            <a:off x="934812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4"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5" name="PlaceHolder 4"/>
          <p:cNvSpPr>
            <a:spLocks noGrp="1"/>
          </p:cNvSpPr>
          <p:nvPr>
            <p:ph type="body"/>
          </p:nvPr>
        </p:nvSpPr>
        <p:spPr>
          <a:xfrm>
            <a:off x="914400" y="5523120"/>
            <a:ext cx="1645884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type="body"/>
          </p:nvPr>
        </p:nvSpPr>
        <p:spPr>
          <a:xfrm>
            <a:off x="914400" y="2406960"/>
            <a:ext cx="1645884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8" name="PlaceHolder 3"/>
          <p:cNvSpPr>
            <a:spLocks noGrp="1"/>
          </p:cNvSpPr>
          <p:nvPr>
            <p:ph type="body"/>
          </p:nvPr>
        </p:nvSpPr>
        <p:spPr>
          <a:xfrm>
            <a:off x="914400" y="5523120"/>
            <a:ext cx="1645884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1"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2" name="PlaceHolder 4"/>
          <p:cNvSpPr>
            <a:spLocks noGrp="1"/>
          </p:cNvSpPr>
          <p:nvPr>
            <p:ph type="body"/>
          </p:nvPr>
        </p:nvSpPr>
        <p:spPr>
          <a:xfrm>
            <a:off x="91440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3" name="PlaceHolder 5"/>
          <p:cNvSpPr>
            <a:spLocks noGrp="1"/>
          </p:cNvSpPr>
          <p:nvPr>
            <p:ph type="body"/>
          </p:nvPr>
        </p:nvSpPr>
        <p:spPr>
          <a:xfrm>
            <a:off x="934812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type="body"/>
          </p:nvPr>
        </p:nvSpPr>
        <p:spPr>
          <a:xfrm>
            <a:off x="914400" y="240696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6" name="PlaceHolder 3"/>
          <p:cNvSpPr>
            <a:spLocks noGrp="1"/>
          </p:cNvSpPr>
          <p:nvPr>
            <p:ph type="body"/>
          </p:nvPr>
        </p:nvSpPr>
        <p:spPr>
          <a:xfrm>
            <a:off x="6479280" y="240696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7" name="PlaceHolder 4"/>
          <p:cNvSpPr>
            <a:spLocks noGrp="1"/>
          </p:cNvSpPr>
          <p:nvPr>
            <p:ph type="body"/>
          </p:nvPr>
        </p:nvSpPr>
        <p:spPr>
          <a:xfrm>
            <a:off x="12044160" y="240696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8" name="PlaceHolder 5"/>
          <p:cNvSpPr>
            <a:spLocks noGrp="1"/>
          </p:cNvSpPr>
          <p:nvPr>
            <p:ph type="body"/>
          </p:nvPr>
        </p:nvSpPr>
        <p:spPr>
          <a:xfrm>
            <a:off x="914400" y="552312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9" name="PlaceHolder 6"/>
          <p:cNvSpPr>
            <a:spLocks noGrp="1"/>
          </p:cNvSpPr>
          <p:nvPr>
            <p:ph type="body"/>
          </p:nvPr>
        </p:nvSpPr>
        <p:spPr>
          <a:xfrm>
            <a:off x="6479280" y="552312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40" name="PlaceHolder 7"/>
          <p:cNvSpPr>
            <a:spLocks noGrp="1"/>
          </p:cNvSpPr>
          <p:nvPr>
            <p:ph type="body"/>
          </p:nvPr>
        </p:nvSpPr>
        <p:spPr>
          <a:xfrm>
            <a:off x="12044160" y="552312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p:nvPr>
        </p:nvSpPr>
        <p:spPr>
          <a:xfrm>
            <a:off x="457200" y="6356520"/>
            <a:ext cx="2133360" cy="364680"/>
          </a:xfrm>
          <a:prstGeom prst="rect">
            <a:avLst/>
          </a:prstGeom>
        </p:spPr>
        <p:txBody>
          <a:bodyPr anchor="ctr">
            <a:noAutofit/>
          </a:bodyPr>
          <a:p>
            <a:pPr>
              <a:lnSpc>
                <a:spcPct val="100000"/>
              </a:lnSpc>
            </a:pPr>
            <a:fld id="{8C582141-56D6-4F66-9378-59BC0EB047A0}" type="datetime">
              <a:rPr b="0" lang="en-US" sz="1200" spc="-1" strike="noStrike">
                <a:solidFill>
                  <a:srgbClr val="8b8b8b"/>
                </a:solidFill>
                <a:latin typeface="Calibri"/>
              </a:rPr>
              <a:t>5/17/24</a:t>
            </a:fld>
            <a:endParaRPr b="0" lang="es-EC" sz="1200" spc="-1" strike="noStrike">
              <a:latin typeface="Times New Roman"/>
            </a:endParaRPr>
          </a:p>
        </p:txBody>
      </p:sp>
      <p:sp>
        <p:nvSpPr>
          <p:cNvPr id="1" name="PlaceHolder 2"/>
          <p:cNvSpPr>
            <a:spLocks noGrp="1"/>
          </p:cNvSpPr>
          <p:nvPr>
            <p:ph type="ftr"/>
          </p:nvPr>
        </p:nvSpPr>
        <p:spPr>
          <a:xfrm>
            <a:off x="3124080" y="6356520"/>
            <a:ext cx="2895120" cy="364680"/>
          </a:xfrm>
          <a:prstGeom prst="rect">
            <a:avLst/>
          </a:prstGeom>
        </p:spPr>
        <p:txBody>
          <a:bodyPr anchor="ctr">
            <a:noAutofit/>
          </a:bodyPr>
          <a:p>
            <a:endParaRPr b="0" lang="es-EC" sz="2400" spc="-1" strike="noStrike">
              <a:latin typeface="Times New Roman"/>
            </a:endParaRPr>
          </a:p>
        </p:txBody>
      </p:sp>
      <p:sp>
        <p:nvSpPr>
          <p:cNvPr id="2" name="PlaceHolder 3"/>
          <p:cNvSpPr>
            <a:spLocks noGrp="1"/>
          </p:cNvSpPr>
          <p:nvPr>
            <p:ph type="sldNum"/>
          </p:nvPr>
        </p:nvSpPr>
        <p:spPr>
          <a:xfrm>
            <a:off x="6553080" y="6356520"/>
            <a:ext cx="2133360" cy="364680"/>
          </a:xfrm>
          <a:prstGeom prst="rect">
            <a:avLst/>
          </a:prstGeom>
        </p:spPr>
        <p:txBody>
          <a:bodyPr anchor="ctr">
            <a:noAutofit/>
          </a:bodyPr>
          <a:p>
            <a:pPr algn="r">
              <a:lnSpc>
                <a:spcPct val="100000"/>
              </a:lnSpc>
            </a:pPr>
            <a:fld id="{17F06E72-54AF-4CEF-AE3A-2682B5AFCC54}" type="slidenum">
              <a:rPr b="0" lang="en-US" sz="1200" spc="-1" strike="noStrike">
                <a:solidFill>
                  <a:srgbClr val="8b8b8b"/>
                </a:solidFill>
                <a:latin typeface="Calibri"/>
              </a:rPr>
              <a:t>&lt;número&gt;</a:t>
            </a:fld>
            <a:endParaRPr b="0" lang="es-EC" sz="1200" spc="-1" strike="noStrike">
              <a:latin typeface="Times New Roman"/>
            </a:endParaRPr>
          </a:p>
        </p:txBody>
      </p:sp>
      <p:sp>
        <p:nvSpPr>
          <p:cNvPr id="3" name="PlaceHolder 4"/>
          <p:cNvSpPr>
            <a:spLocks noGrp="1"/>
          </p:cNvSpPr>
          <p:nvPr>
            <p:ph type="title"/>
          </p:nvPr>
        </p:nvSpPr>
        <p:spPr>
          <a:xfrm>
            <a:off x="914400" y="410400"/>
            <a:ext cx="16458840" cy="1717560"/>
          </a:xfrm>
          <a:prstGeom prst="rect">
            <a:avLst/>
          </a:prstGeom>
        </p:spPr>
        <p:txBody>
          <a:bodyPr lIns="0" rIns="0" tIns="0" bIns="0" anchor="ctr">
            <a:noAutofit/>
          </a:bodyPr>
          <a:p>
            <a:r>
              <a:rPr b="0" lang="en-US" sz="1800" spc="-1" strike="noStrike">
                <a:solidFill>
                  <a:srgbClr val="000000"/>
                </a:solidFill>
                <a:latin typeface="Calibri"/>
              </a:rPr>
              <a:t>Pulse para </a:t>
            </a:r>
            <a:r>
              <a:rPr b="0" lang="en-US" sz="1800" spc="-1" strike="noStrike">
                <a:solidFill>
                  <a:srgbClr val="000000"/>
                </a:solidFill>
                <a:latin typeface="Calibri"/>
              </a:rPr>
              <a:t>editar el </a:t>
            </a:r>
            <a:r>
              <a:rPr b="0" lang="en-US" sz="1800" spc="-1" strike="noStrike">
                <a:solidFill>
                  <a:srgbClr val="000000"/>
                </a:solidFill>
                <a:latin typeface="Calibri"/>
              </a:rPr>
              <a:t>formato del </a:t>
            </a:r>
            <a:r>
              <a:rPr b="0" lang="en-US" sz="1800" spc="-1" strike="noStrike">
                <a:solidFill>
                  <a:srgbClr val="000000"/>
                </a:solidFill>
                <a:latin typeface="Calibri"/>
              </a:rPr>
              <a:t>texto de </a:t>
            </a:r>
            <a:r>
              <a:rPr b="0" lang="en-US" sz="1800" spc="-1" strike="noStrike">
                <a:solidFill>
                  <a:srgbClr val="000000"/>
                </a:solidFill>
                <a:latin typeface="Calibri"/>
              </a:rPr>
              <a:t>título</a:t>
            </a:r>
            <a:endParaRPr b="0" lang="en-US" sz="1800" spc="-1" strike="noStrike">
              <a:solidFill>
                <a:srgbClr val="000000"/>
              </a:solidFill>
              <a:latin typeface="Calibri"/>
            </a:endParaRPr>
          </a:p>
        </p:txBody>
      </p:sp>
      <p:sp>
        <p:nvSpPr>
          <p:cNvPr id="4" name="PlaceHolder 5"/>
          <p:cNvSpPr>
            <a:spLocks noGrp="1"/>
          </p:cNvSpPr>
          <p:nvPr>
            <p:ph type="body"/>
          </p:nvPr>
        </p:nvSpPr>
        <p:spPr>
          <a:xfrm>
            <a:off x="914400" y="2406960"/>
            <a:ext cx="16458840" cy="596592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Pulse para editar el formato de texto del esquema</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Segundo nivel del esquema</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Tercer nivel del esquema</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Cuarto nivel del esquema</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Quinto nivel del esquema</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Sexto nivel del esquema</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Séptimo nivel del esquema</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slideLayout" Target="../slideLayouts/slideLayout1.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xml"/><Relationship Id="rId6"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efffe"/>
        </a:solidFill>
      </p:bgPr>
    </p:bg>
    <p:spTree>
      <p:nvGrpSpPr>
        <p:cNvPr id="1" name=""/>
        <p:cNvGrpSpPr/>
        <p:nvPr/>
      </p:nvGrpSpPr>
      <p:grpSpPr>
        <a:xfrm>
          <a:off x="0" y="0"/>
          <a:ext cx="0" cy="0"/>
          <a:chOff x="0" y="0"/>
          <a:chExt cx="0" cy="0"/>
        </a:xfrm>
      </p:grpSpPr>
      <p:grpSp>
        <p:nvGrpSpPr>
          <p:cNvPr id="47" name="Group 1"/>
          <p:cNvGrpSpPr/>
          <p:nvPr/>
        </p:nvGrpSpPr>
        <p:grpSpPr>
          <a:xfrm>
            <a:off x="10126800" y="362520"/>
            <a:ext cx="7254360" cy="7254360"/>
            <a:chOff x="10126800" y="362520"/>
            <a:chExt cx="7254360" cy="7254360"/>
          </a:xfrm>
        </p:grpSpPr>
        <p:sp>
          <p:nvSpPr>
            <p:cNvPr id="48" name="CustomShape 2"/>
            <p:cNvSpPr/>
            <p:nvPr/>
          </p:nvSpPr>
          <p:spPr>
            <a:xfrm>
              <a:off x="10126800" y="362520"/>
              <a:ext cx="7254360" cy="725436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49" name="CustomShape 3"/>
            <p:cNvSpPr/>
            <p:nvPr/>
          </p:nvSpPr>
          <p:spPr>
            <a:xfrm>
              <a:off x="10806840" y="702360"/>
              <a:ext cx="5893920" cy="6234120"/>
            </a:xfrm>
            <a:prstGeom prst="rect">
              <a:avLst/>
            </a:prstGeom>
            <a:noFill/>
            <a:ln>
              <a:noFill/>
            </a:ln>
          </p:spPr>
          <p:style>
            <a:lnRef idx="0"/>
            <a:fillRef idx="0"/>
            <a:effectRef idx="0"/>
            <a:fontRef idx="minor"/>
          </p:style>
        </p:sp>
      </p:grpSp>
      <p:grpSp>
        <p:nvGrpSpPr>
          <p:cNvPr id="50" name="Group 4"/>
          <p:cNvGrpSpPr/>
          <p:nvPr/>
        </p:nvGrpSpPr>
        <p:grpSpPr>
          <a:xfrm>
            <a:off x="9663840" y="7617240"/>
            <a:ext cx="3003840" cy="3003840"/>
            <a:chOff x="9663840" y="7617240"/>
            <a:chExt cx="3003840" cy="3003840"/>
          </a:xfrm>
        </p:grpSpPr>
        <p:sp>
          <p:nvSpPr>
            <p:cNvPr id="51" name="CustomShape 5"/>
            <p:cNvSpPr/>
            <p:nvPr/>
          </p:nvSpPr>
          <p:spPr>
            <a:xfrm>
              <a:off x="9663840" y="7617240"/>
              <a:ext cx="3003840" cy="30038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52" name="CustomShape 6"/>
            <p:cNvSpPr/>
            <p:nvPr/>
          </p:nvSpPr>
          <p:spPr>
            <a:xfrm>
              <a:off x="9945360" y="7758000"/>
              <a:ext cx="2440440" cy="2581200"/>
            </a:xfrm>
            <a:prstGeom prst="rect">
              <a:avLst/>
            </a:prstGeom>
            <a:noFill/>
            <a:ln>
              <a:noFill/>
            </a:ln>
          </p:spPr>
          <p:style>
            <a:lnRef idx="0"/>
            <a:fillRef idx="0"/>
            <a:effectRef idx="0"/>
            <a:fontRef idx="minor"/>
          </p:style>
        </p:sp>
      </p:grpSp>
      <p:grpSp>
        <p:nvGrpSpPr>
          <p:cNvPr id="53" name="Group 7"/>
          <p:cNvGrpSpPr/>
          <p:nvPr/>
        </p:nvGrpSpPr>
        <p:grpSpPr>
          <a:xfrm>
            <a:off x="-1170360" y="-408240"/>
            <a:ext cx="4397760" cy="4397760"/>
            <a:chOff x="-1170360" y="-408240"/>
            <a:chExt cx="4397760" cy="4397760"/>
          </a:xfrm>
        </p:grpSpPr>
        <p:sp>
          <p:nvSpPr>
            <p:cNvPr id="54" name="CustomShape 8"/>
            <p:cNvSpPr/>
            <p:nvPr/>
          </p:nvSpPr>
          <p:spPr>
            <a:xfrm>
              <a:off x="-1170360" y="-408240"/>
              <a:ext cx="4397760" cy="439776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55" name="CustomShape 9"/>
            <p:cNvSpPr/>
            <p:nvPr/>
          </p:nvSpPr>
          <p:spPr>
            <a:xfrm>
              <a:off x="-758160" y="-202320"/>
              <a:ext cx="3573000" cy="3779280"/>
            </a:xfrm>
            <a:prstGeom prst="rect">
              <a:avLst/>
            </a:prstGeom>
            <a:noFill/>
            <a:ln>
              <a:noFill/>
            </a:ln>
          </p:spPr>
          <p:style>
            <a:lnRef idx="0"/>
            <a:fillRef idx="0"/>
            <a:effectRef idx="0"/>
            <a:fontRef idx="minor"/>
          </p:style>
        </p:sp>
      </p:grpSp>
      <p:sp>
        <p:nvSpPr>
          <p:cNvPr id="56" name="Line 10"/>
          <p:cNvSpPr/>
          <p:nvPr/>
        </p:nvSpPr>
        <p:spPr>
          <a:xfrm>
            <a:off x="-547560" y="656280"/>
            <a:ext cx="19091160" cy="0"/>
          </a:xfrm>
          <a:prstGeom prst="line">
            <a:avLst/>
          </a:prstGeom>
          <a:ln w="171360">
            <a:solidFill>
              <a:srgbClr val="1d1811"/>
            </a:solidFill>
            <a:round/>
          </a:ln>
        </p:spPr>
        <p:style>
          <a:lnRef idx="0"/>
          <a:fillRef idx="0"/>
          <a:effectRef idx="0"/>
          <a:fontRef idx="minor"/>
        </p:style>
      </p:sp>
      <p:sp>
        <p:nvSpPr>
          <p:cNvPr id="57" name="CustomShape 11"/>
          <p:cNvSpPr/>
          <p:nvPr/>
        </p:nvSpPr>
        <p:spPr>
          <a:xfrm>
            <a:off x="7962480" y="79560"/>
            <a:ext cx="4327920" cy="4619880"/>
          </a:xfrm>
          <a:custGeom>
            <a:avLst/>
            <a:gdLst/>
            <a:ahLst/>
            <a:rect l="l" t="t" r="r" b="b"/>
            <a:pathLst>
              <a:path w="4328194" h="4620347">
                <a:moveTo>
                  <a:pt x="0" y="0"/>
                </a:moveTo>
                <a:lnTo>
                  <a:pt x="4328194" y="0"/>
                </a:lnTo>
                <a:lnTo>
                  <a:pt x="4328194" y="4620347"/>
                </a:lnTo>
                <a:lnTo>
                  <a:pt x="0" y="4620347"/>
                </a:lnTo>
                <a:lnTo>
                  <a:pt x="0" y="0"/>
                </a:lnTo>
                <a:close/>
              </a:path>
            </a:pathLst>
          </a:custGeom>
          <a:blipFill rotWithShape="0">
            <a:blip r:embed="rId1"/>
            <a:stretch>
              <a:fillRect/>
            </a:stretch>
          </a:blipFill>
          <a:ln>
            <a:noFill/>
          </a:ln>
        </p:spPr>
        <p:style>
          <a:lnRef idx="0"/>
          <a:fillRef idx="0"/>
          <a:effectRef idx="0"/>
          <a:fontRef idx="minor"/>
        </p:style>
      </p:sp>
      <p:sp>
        <p:nvSpPr>
          <p:cNvPr id="58" name="CustomShape 12"/>
          <p:cNvSpPr/>
          <p:nvPr/>
        </p:nvSpPr>
        <p:spPr>
          <a:xfrm>
            <a:off x="11439000" y="2467080"/>
            <a:ext cx="10015560" cy="7819560"/>
          </a:xfrm>
          <a:custGeom>
            <a:avLst/>
            <a:gdLst/>
            <a:ahLst/>
            <a:rect l="l" t="t" r="r" b="b"/>
            <a:pathLst>
              <a:path w="10015740" h="7819982">
                <a:moveTo>
                  <a:pt x="0" y="0"/>
                </a:moveTo>
                <a:lnTo>
                  <a:pt x="10015741" y="0"/>
                </a:lnTo>
                <a:lnTo>
                  <a:pt x="10015741" y="7819982"/>
                </a:lnTo>
                <a:lnTo>
                  <a:pt x="0" y="7819982"/>
                </a:lnTo>
                <a:lnTo>
                  <a:pt x="0" y="0"/>
                </a:lnTo>
                <a:close/>
              </a:path>
            </a:pathLst>
          </a:custGeom>
          <a:blipFill rotWithShape="0">
            <a:blip r:embed="rId2"/>
            <a:stretch>
              <a:fillRect/>
            </a:stretch>
          </a:blipFill>
          <a:ln>
            <a:noFill/>
          </a:ln>
        </p:spPr>
        <p:style>
          <a:lnRef idx="0"/>
          <a:fillRef idx="0"/>
          <a:effectRef idx="0"/>
          <a:fontRef idx="minor"/>
        </p:style>
      </p:sp>
      <p:sp>
        <p:nvSpPr>
          <p:cNvPr id="59" name="CustomShape 13"/>
          <p:cNvSpPr/>
          <p:nvPr/>
        </p:nvSpPr>
        <p:spPr>
          <a:xfrm>
            <a:off x="344160" y="1028880"/>
            <a:ext cx="3771360" cy="2728440"/>
          </a:xfrm>
          <a:custGeom>
            <a:avLst/>
            <a:gdLst/>
            <a:ahLst/>
            <a:rect l="l" t="t" r="r" b="b"/>
            <a:pathLst>
              <a:path w="3771734" h="2728768">
                <a:moveTo>
                  <a:pt x="0" y="0"/>
                </a:moveTo>
                <a:lnTo>
                  <a:pt x="3771734" y="0"/>
                </a:lnTo>
                <a:lnTo>
                  <a:pt x="3771734" y="2728768"/>
                </a:lnTo>
                <a:lnTo>
                  <a:pt x="0" y="2728768"/>
                </a:lnTo>
                <a:lnTo>
                  <a:pt x="0" y="0"/>
                </a:lnTo>
                <a:close/>
              </a:path>
            </a:pathLst>
          </a:custGeom>
          <a:blipFill rotWithShape="0">
            <a:blip r:embed="rId3"/>
            <a:stretch>
              <a:fillRect/>
            </a:stretch>
          </a:blipFill>
          <a:ln>
            <a:noFill/>
          </a:ln>
        </p:spPr>
        <p:style>
          <a:lnRef idx="0"/>
          <a:fillRef idx="0"/>
          <a:effectRef idx="0"/>
          <a:fontRef idx="minor"/>
        </p:style>
      </p:sp>
      <p:grpSp>
        <p:nvGrpSpPr>
          <p:cNvPr id="60" name="Group 14"/>
          <p:cNvGrpSpPr/>
          <p:nvPr/>
        </p:nvGrpSpPr>
        <p:grpSpPr>
          <a:xfrm>
            <a:off x="1028880" y="5456880"/>
            <a:ext cx="10409760" cy="3800880"/>
            <a:chOff x="1028880" y="5456880"/>
            <a:chExt cx="10409760" cy="3800880"/>
          </a:xfrm>
        </p:grpSpPr>
        <p:sp>
          <p:nvSpPr>
            <p:cNvPr id="61" name="CustomShape 15"/>
            <p:cNvSpPr/>
            <p:nvPr/>
          </p:nvSpPr>
          <p:spPr>
            <a:xfrm>
              <a:off x="1028880" y="6343200"/>
              <a:ext cx="10308960" cy="2133720"/>
            </a:xfrm>
            <a:prstGeom prst="rect">
              <a:avLst/>
            </a:prstGeom>
            <a:noFill/>
            <a:ln>
              <a:noFill/>
            </a:ln>
          </p:spPr>
          <p:style>
            <a:lnRef idx="0"/>
            <a:fillRef idx="0"/>
            <a:effectRef idx="0"/>
            <a:fontRef idx="minor"/>
          </p:style>
          <p:txBody>
            <a:bodyPr lIns="0" rIns="0" tIns="0" bIns="0">
              <a:spAutoFit/>
            </a:bodyPr>
            <a:p>
              <a:pPr>
                <a:lnSpc>
                  <a:spcPts val="8399"/>
                </a:lnSpc>
              </a:pPr>
              <a:r>
                <a:rPr b="0" lang="en-US" sz="8000" spc="-1" strike="noStrike">
                  <a:solidFill>
                    <a:srgbClr val="000000"/>
                  </a:solidFill>
                  <a:latin typeface="Raleway Heavy"/>
                </a:rPr>
                <a:t>ROS (Robot Operating System)</a:t>
              </a:r>
              <a:endParaRPr b="0" lang="es-EC" sz="8000" spc="-1" strike="noStrike">
                <a:latin typeface="Arial"/>
              </a:endParaRPr>
            </a:p>
          </p:txBody>
        </p:sp>
        <p:sp>
          <p:nvSpPr>
            <p:cNvPr id="62" name="CustomShape 16"/>
            <p:cNvSpPr/>
            <p:nvPr/>
          </p:nvSpPr>
          <p:spPr>
            <a:xfrm>
              <a:off x="1028880" y="8738640"/>
              <a:ext cx="10409760" cy="519120"/>
            </a:xfrm>
            <a:prstGeom prst="rect">
              <a:avLst/>
            </a:prstGeom>
            <a:noFill/>
            <a:ln>
              <a:noFill/>
            </a:ln>
          </p:spPr>
          <p:style>
            <a:lnRef idx="0"/>
            <a:fillRef idx="0"/>
            <a:effectRef idx="0"/>
            <a:fontRef idx="minor"/>
          </p:style>
        </p:sp>
        <p:sp>
          <p:nvSpPr>
            <p:cNvPr id="63" name="CustomShape 17"/>
            <p:cNvSpPr/>
            <p:nvPr/>
          </p:nvSpPr>
          <p:spPr>
            <a:xfrm>
              <a:off x="1028880" y="5456880"/>
              <a:ext cx="10409760" cy="519120"/>
            </a:xfrm>
            <a:prstGeom prst="rect">
              <a:avLst/>
            </a:prstGeom>
            <a:noFill/>
            <a:ln>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efffe"/>
        </a:solidFill>
      </p:bgPr>
    </p:bg>
    <p:spTree>
      <p:nvGrpSpPr>
        <p:cNvPr id="1" name=""/>
        <p:cNvGrpSpPr/>
        <p:nvPr/>
      </p:nvGrpSpPr>
      <p:grpSpPr>
        <a:xfrm>
          <a:off x="0" y="0"/>
          <a:ext cx="0" cy="0"/>
          <a:chOff x="0" y="0"/>
          <a:chExt cx="0" cy="0"/>
        </a:xfrm>
      </p:grpSpPr>
      <p:grpSp>
        <p:nvGrpSpPr>
          <p:cNvPr id="64" name="Group 1"/>
          <p:cNvGrpSpPr/>
          <p:nvPr/>
        </p:nvGrpSpPr>
        <p:grpSpPr>
          <a:xfrm>
            <a:off x="9144000" y="-2796120"/>
            <a:ext cx="6917040" cy="6917040"/>
            <a:chOff x="9144000" y="-2796120"/>
            <a:chExt cx="6917040" cy="6917040"/>
          </a:xfrm>
        </p:grpSpPr>
        <p:sp>
          <p:nvSpPr>
            <p:cNvPr id="65" name="CustomShape 2"/>
            <p:cNvSpPr/>
            <p:nvPr/>
          </p:nvSpPr>
          <p:spPr>
            <a:xfrm>
              <a:off x="9144000" y="-2796120"/>
              <a:ext cx="6917040" cy="69170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66" name="CustomShape 3"/>
            <p:cNvSpPr/>
            <p:nvPr/>
          </p:nvSpPr>
          <p:spPr>
            <a:xfrm>
              <a:off x="9792360" y="-2472120"/>
              <a:ext cx="5619960" cy="5944320"/>
            </a:xfrm>
            <a:prstGeom prst="rect">
              <a:avLst/>
            </a:prstGeom>
            <a:noFill/>
            <a:ln>
              <a:noFill/>
            </a:ln>
          </p:spPr>
          <p:style>
            <a:lnRef idx="0"/>
            <a:fillRef idx="0"/>
            <a:effectRef idx="0"/>
            <a:fontRef idx="minor"/>
          </p:style>
        </p:sp>
      </p:grpSp>
      <p:grpSp>
        <p:nvGrpSpPr>
          <p:cNvPr id="67" name="Group 4"/>
          <p:cNvGrpSpPr/>
          <p:nvPr/>
        </p:nvGrpSpPr>
        <p:grpSpPr>
          <a:xfrm>
            <a:off x="4686120" y="-1130760"/>
            <a:ext cx="3586320" cy="3586320"/>
            <a:chOff x="4686120" y="-1130760"/>
            <a:chExt cx="3586320" cy="3586320"/>
          </a:xfrm>
        </p:grpSpPr>
        <p:sp>
          <p:nvSpPr>
            <p:cNvPr id="68" name="CustomShape 5"/>
            <p:cNvSpPr/>
            <p:nvPr/>
          </p:nvSpPr>
          <p:spPr>
            <a:xfrm>
              <a:off x="4686120" y="-1130760"/>
              <a:ext cx="3586320" cy="358632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69" name="CustomShape 6"/>
            <p:cNvSpPr/>
            <p:nvPr/>
          </p:nvSpPr>
          <p:spPr>
            <a:xfrm>
              <a:off x="5022360" y="-962640"/>
              <a:ext cx="2913840" cy="3081960"/>
            </a:xfrm>
            <a:prstGeom prst="rect">
              <a:avLst/>
            </a:prstGeom>
            <a:noFill/>
            <a:ln>
              <a:noFill/>
            </a:ln>
          </p:spPr>
          <p:style>
            <a:lnRef idx="0"/>
            <a:fillRef idx="0"/>
            <a:effectRef idx="0"/>
            <a:fontRef idx="minor"/>
          </p:style>
        </p:sp>
      </p:grpSp>
      <p:grpSp>
        <p:nvGrpSpPr>
          <p:cNvPr id="70" name="Group 7"/>
          <p:cNvGrpSpPr/>
          <p:nvPr/>
        </p:nvGrpSpPr>
        <p:grpSpPr>
          <a:xfrm>
            <a:off x="14475240" y="5588640"/>
            <a:ext cx="2233080" cy="2233080"/>
            <a:chOff x="14475240" y="5588640"/>
            <a:chExt cx="2233080" cy="2233080"/>
          </a:xfrm>
        </p:grpSpPr>
        <p:sp>
          <p:nvSpPr>
            <p:cNvPr id="71" name="CustomShape 8"/>
            <p:cNvSpPr/>
            <p:nvPr/>
          </p:nvSpPr>
          <p:spPr>
            <a:xfrm>
              <a:off x="14475240" y="5588640"/>
              <a:ext cx="2233080" cy="223308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72" name="CustomShape 9"/>
            <p:cNvSpPr/>
            <p:nvPr/>
          </p:nvSpPr>
          <p:spPr>
            <a:xfrm>
              <a:off x="14684760" y="5693040"/>
              <a:ext cx="1814040" cy="1918800"/>
            </a:xfrm>
            <a:prstGeom prst="rect">
              <a:avLst/>
            </a:prstGeom>
            <a:noFill/>
            <a:ln>
              <a:noFill/>
            </a:ln>
          </p:spPr>
          <p:style>
            <a:lnRef idx="0"/>
            <a:fillRef idx="0"/>
            <a:effectRef idx="0"/>
            <a:fontRef idx="minor"/>
          </p:style>
        </p:sp>
      </p:grpSp>
      <p:sp>
        <p:nvSpPr>
          <p:cNvPr id="73" name="CustomShape 10"/>
          <p:cNvSpPr/>
          <p:nvPr/>
        </p:nvSpPr>
        <p:spPr>
          <a:xfrm>
            <a:off x="12533040" y="0"/>
            <a:ext cx="4523400" cy="6796440"/>
          </a:xfrm>
          <a:custGeom>
            <a:avLst/>
            <a:gdLst/>
            <a:ahLst/>
            <a:rect l="l" t="t" r="r" b="b"/>
            <a:pathLst>
              <a:path w="4523792" h="6796886">
                <a:moveTo>
                  <a:pt x="0" y="0"/>
                </a:moveTo>
                <a:lnTo>
                  <a:pt x="4523793" y="0"/>
                </a:lnTo>
                <a:lnTo>
                  <a:pt x="4523793" y="6796886"/>
                </a:lnTo>
                <a:lnTo>
                  <a:pt x="0" y="6796886"/>
                </a:lnTo>
                <a:lnTo>
                  <a:pt x="0" y="0"/>
                </a:lnTo>
                <a:close/>
              </a:path>
            </a:pathLst>
          </a:custGeom>
          <a:blipFill rotWithShape="0">
            <a:blip r:embed="rId1"/>
            <a:stretch>
              <a:fillRect/>
            </a:stretch>
          </a:blipFill>
          <a:ln>
            <a:noFill/>
          </a:ln>
        </p:spPr>
        <p:style>
          <a:lnRef idx="0"/>
          <a:fillRef idx="0"/>
          <a:effectRef idx="0"/>
          <a:fontRef idx="minor"/>
        </p:style>
      </p:sp>
      <p:grpSp>
        <p:nvGrpSpPr>
          <p:cNvPr id="74" name="Group 11"/>
          <p:cNvGrpSpPr/>
          <p:nvPr/>
        </p:nvGrpSpPr>
        <p:grpSpPr>
          <a:xfrm>
            <a:off x="630000" y="3435120"/>
            <a:ext cx="3756240" cy="4069440"/>
            <a:chOff x="630000" y="3435120"/>
            <a:chExt cx="3756240" cy="4069440"/>
          </a:xfrm>
        </p:grpSpPr>
        <p:sp>
          <p:nvSpPr>
            <p:cNvPr id="75" name="CustomShape 12"/>
            <p:cNvSpPr/>
            <p:nvPr/>
          </p:nvSpPr>
          <p:spPr>
            <a:xfrm>
              <a:off x="630000" y="4008240"/>
              <a:ext cx="3756240" cy="3496320"/>
            </a:xfrm>
            <a:prstGeom prst="rect">
              <a:avLst/>
            </a:prstGeom>
            <a:noFill/>
            <a:ln>
              <a:noFill/>
            </a:ln>
          </p:spPr>
          <p:style>
            <a:lnRef idx="0"/>
            <a:fillRef idx="0"/>
            <a:effectRef idx="0"/>
            <a:fontRef idx="minor"/>
          </p:style>
          <p:txBody>
            <a:bodyPr lIns="0" rIns="0" tIns="0" bIns="0">
              <a:spAutoFit/>
            </a:bodyPr>
            <a:p>
              <a:pPr algn="just">
                <a:lnSpc>
                  <a:spcPts val="2503"/>
                </a:lnSpc>
              </a:pPr>
              <a:r>
                <a:rPr b="0" lang="en-US" sz="1929" spc="94" strike="noStrike">
                  <a:solidFill>
                    <a:srgbClr val="000000"/>
                  </a:solidFill>
                  <a:latin typeface="Raleway"/>
                </a:rPr>
                <a:t>Es un marco de software de código abierto utilizado en la industria de la robótica para desarrollar aplicaciones de manera flexible y modular, facilitando la comunicación entre los componentes de un sistema robótico y permitiendo la reutilización de código</a:t>
              </a:r>
              <a:endParaRPr b="0" lang="es-EC" sz="1929" spc="-1" strike="noStrike">
                <a:latin typeface="Arial"/>
              </a:endParaRPr>
            </a:p>
          </p:txBody>
        </p:sp>
        <p:sp>
          <p:nvSpPr>
            <p:cNvPr id="76" name="CustomShape 13"/>
            <p:cNvSpPr/>
            <p:nvPr/>
          </p:nvSpPr>
          <p:spPr>
            <a:xfrm>
              <a:off x="630000" y="3435120"/>
              <a:ext cx="3756240" cy="442080"/>
            </a:xfrm>
            <a:prstGeom prst="rect">
              <a:avLst/>
            </a:prstGeom>
            <a:noFill/>
            <a:ln>
              <a:noFill/>
            </a:ln>
          </p:spPr>
          <p:style>
            <a:lnRef idx="0"/>
            <a:fillRef idx="0"/>
            <a:effectRef idx="0"/>
            <a:fontRef idx="minor"/>
          </p:style>
          <p:txBody>
            <a:bodyPr lIns="0" rIns="0" tIns="0" bIns="0">
              <a:spAutoFit/>
            </a:bodyPr>
            <a:p>
              <a:pPr>
                <a:lnSpc>
                  <a:spcPts val="3478"/>
                </a:lnSpc>
              </a:pPr>
              <a:r>
                <a:rPr b="0" lang="en-US" sz="3000" spc="-1" strike="noStrike">
                  <a:solidFill>
                    <a:srgbClr val="000000"/>
                  </a:solidFill>
                  <a:latin typeface="Raleway Heavy"/>
                </a:rPr>
                <a:t>¿ Qué es ROS?</a:t>
              </a:r>
              <a:endParaRPr b="0" lang="es-EC" sz="3000" spc="-1" strike="noStrike">
                <a:latin typeface="Arial"/>
              </a:endParaRPr>
            </a:p>
          </p:txBody>
        </p:sp>
      </p:grpSp>
      <p:grpSp>
        <p:nvGrpSpPr>
          <p:cNvPr id="77" name="Group 14"/>
          <p:cNvGrpSpPr/>
          <p:nvPr/>
        </p:nvGrpSpPr>
        <p:grpSpPr>
          <a:xfrm>
            <a:off x="4851720" y="5178240"/>
            <a:ext cx="3254760" cy="2282400"/>
            <a:chOff x="4851720" y="5178240"/>
            <a:chExt cx="3254760" cy="2282400"/>
          </a:xfrm>
        </p:grpSpPr>
        <p:sp>
          <p:nvSpPr>
            <p:cNvPr id="78" name="CustomShape 15"/>
            <p:cNvSpPr/>
            <p:nvPr/>
          </p:nvSpPr>
          <p:spPr>
            <a:xfrm>
              <a:off x="4851720" y="6189480"/>
              <a:ext cx="3254760" cy="1271160"/>
            </a:xfrm>
            <a:prstGeom prst="rect">
              <a:avLst/>
            </a:prstGeom>
            <a:noFill/>
            <a:ln>
              <a:noFill/>
            </a:ln>
          </p:spPr>
          <p:style>
            <a:lnRef idx="0"/>
            <a:fillRef idx="0"/>
            <a:effectRef idx="0"/>
            <a:fontRef idx="minor"/>
          </p:style>
          <p:txBody>
            <a:bodyPr lIns="0" rIns="0" tIns="0" bIns="0">
              <a:spAutoFit/>
            </a:bodyPr>
            <a:p>
              <a:pPr lvl="1" marL="415440" indent="-207360">
                <a:lnSpc>
                  <a:spcPts val="2503"/>
                </a:lnSpc>
                <a:buClr>
                  <a:srgbClr val="000000"/>
                </a:buClr>
                <a:buFont typeface="Arial"/>
                <a:buChar char="•"/>
              </a:pPr>
              <a:r>
                <a:rPr b="0" lang="en-US" sz="1929" spc="94" strike="noStrike">
                  <a:solidFill>
                    <a:srgbClr val="000000"/>
                  </a:solidFill>
                  <a:latin typeface="Raleway"/>
                </a:rPr>
                <a:t>Plumbing</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Tools</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Capabilities</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Ecosystem</a:t>
              </a:r>
              <a:endParaRPr b="0" lang="es-EC" sz="1929" spc="-1" strike="noStrike">
                <a:latin typeface="Arial"/>
              </a:endParaRPr>
            </a:p>
          </p:txBody>
        </p:sp>
        <p:sp>
          <p:nvSpPr>
            <p:cNvPr id="79" name="CustomShape 16"/>
            <p:cNvSpPr/>
            <p:nvPr/>
          </p:nvSpPr>
          <p:spPr>
            <a:xfrm>
              <a:off x="4851720" y="5178240"/>
              <a:ext cx="3254760" cy="883800"/>
            </a:xfrm>
            <a:prstGeom prst="rect">
              <a:avLst/>
            </a:prstGeom>
            <a:noFill/>
            <a:ln>
              <a:noFill/>
            </a:ln>
          </p:spPr>
          <p:style>
            <a:lnRef idx="0"/>
            <a:fillRef idx="0"/>
            <a:effectRef idx="0"/>
            <a:fontRef idx="minor"/>
          </p:style>
          <p:txBody>
            <a:bodyPr lIns="0" rIns="0" tIns="0" bIns="0">
              <a:spAutoFit/>
            </a:bodyPr>
            <a:p>
              <a:pPr>
                <a:lnSpc>
                  <a:spcPts val="3478"/>
                </a:lnSpc>
                <a:tabLst>
                  <a:tab algn="l" pos="0"/>
                </a:tabLst>
              </a:pPr>
              <a:r>
                <a:rPr b="0" lang="en-US" sz="3000" spc="-1" strike="noStrike">
                  <a:solidFill>
                    <a:srgbClr val="000000"/>
                  </a:solidFill>
                  <a:latin typeface="Raleway Heavy"/>
                </a:rPr>
                <a:t>Componentes de ROS</a:t>
              </a:r>
              <a:endParaRPr b="0" lang="es-EC" sz="3000" spc="-1" strike="noStrike">
                <a:latin typeface="Arial"/>
              </a:endParaRPr>
            </a:p>
          </p:txBody>
        </p:sp>
      </p:grpSp>
      <p:grpSp>
        <p:nvGrpSpPr>
          <p:cNvPr id="80" name="Group 17"/>
          <p:cNvGrpSpPr/>
          <p:nvPr/>
        </p:nvGrpSpPr>
        <p:grpSpPr>
          <a:xfrm>
            <a:off x="8798760" y="6340320"/>
            <a:ext cx="3488400" cy="1844640"/>
            <a:chOff x="8798760" y="6340320"/>
            <a:chExt cx="3488400" cy="1844640"/>
          </a:xfrm>
        </p:grpSpPr>
        <p:sp>
          <p:nvSpPr>
            <p:cNvPr id="81" name="CustomShape 18"/>
            <p:cNvSpPr/>
            <p:nvPr/>
          </p:nvSpPr>
          <p:spPr>
            <a:xfrm>
              <a:off x="8798760" y="6913800"/>
              <a:ext cx="3488400" cy="1271160"/>
            </a:xfrm>
            <a:prstGeom prst="rect">
              <a:avLst/>
            </a:prstGeom>
            <a:noFill/>
            <a:ln>
              <a:noFill/>
            </a:ln>
          </p:spPr>
          <p:style>
            <a:lnRef idx="0"/>
            <a:fillRef idx="0"/>
            <a:effectRef idx="0"/>
            <a:fontRef idx="minor"/>
          </p:style>
          <p:txBody>
            <a:bodyPr lIns="0" rIns="0" tIns="0" bIns="0">
              <a:spAutoFit/>
            </a:bodyPr>
            <a:p>
              <a:pPr lvl="1" marL="415440" indent="-207360">
                <a:lnSpc>
                  <a:spcPts val="2503"/>
                </a:lnSpc>
                <a:buClr>
                  <a:srgbClr val="000000"/>
                </a:buClr>
                <a:buFont typeface="Arial"/>
                <a:buChar char="•"/>
              </a:pPr>
              <a:r>
                <a:rPr b="0" lang="en-US" sz="1929" spc="94" strike="noStrike">
                  <a:solidFill>
                    <a:srgbClr val="000000"/>
                  </a:solidFill>
                  <a:latin typeface="Raleway"/>
                </a:rPr>
                <a:t>Educaciòn</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Industria</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Diversión</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Investigación</a:t>
              </a:r>
              <a:endParaRPr b="0" lang="es-EC" sz="1929" spc="-1" strike="noStrike">
                <a:latin typeface="Arial"/>
              </a:endParaRPr>
            </a:p>
          </p:txBody>
        </p:sp>
        <p:sp>
          <p:nvSpPr>
            <p:cNvPr id="82" name="CustomShape 19"/>
            <p:cNvSpPr/>
            <p:nvPr/>
          </p:nvSpPr>
          <p:spPr>
            <a:xfrm>
              <a:off x="8798760" y="6340320"/>
              <a:ext cx="3488400" cy="442080"/>
            </a:xfrm>
            <a:prstGeom prst="rect">
              <a:avLst/>
            </a:prstGeom>
            <a:noFill/>
            <a:ln>
              <a:noFill/>
            </a:ln>
          </p:spPr>
          <p:style>
            <a:lnRef idx="0"/>
            <a:fillRef idx="0"/>
            <a:effectRef idx="0"/>
            <a:fontRef idx="minor"/>
          </p:style>
          <p:txBody>
            <a:bodyPr lIns="0" rIns="0" tIns="0" bIns="0">
              <a:spAutoFit/>
            </a:bodyPr>
            <a:p>
              <a:pPr>
                <a:lnSpc>
                  <a:spcPts val="3478"/>
                </a:lnSpc>
                <a:tabLst>
                  <a:tab algn="l" pos="0"/>
                </a:tabLst>
              </a:pPr>
              <a:r>
                <a:rPr b="0" lang="en-US" sz="3000" spc="-1" strike="noStrike">
                  <a:solidFill>
                    <a:srgbClr val="000000"/>
                  </a:solidFill>
                  <a:latin typeface="Raleway Heavy"/>
                </a:rPr>
                <a:t>Proyectos en ROS</a:t>
              </a:r>
              <a:endParaRPr b="0" lang="es-EC" sz="3000" spc="-1" strike="noStrike">
                <a:latin typeface="Arial"/>
              </a:endParaRPr>
            </a:p>
          </p:txBody>
        </p:sp>
      </p:grpSp>
      <p:sp>
        <p:nvSpPr>
          <p:cNvPr id="83" name="CustomShape 20"/>
          <p:cNvSpPr/>
          <p:nvPr/>
        </p:nvSpPr>
        <p:spPr>
          <a:xfrm>
            <a:off x="630000" y="1085760"/>
            <a:ext cx="5518080" cy="533520"/>
          </a:xfrm>
          <a:prstGeom prst="rect">
            <a:avLst/>
          </a:prstGeom>
          <a:noFill/>
          <a:ln>
            <a:noFill/>
          </a:ln>
        </p:spPr>
        <p:style>
          <a:lnRef idx="0"/>
          <a:fillRef idx="0"/>
          <a:effectRef idx="0"/>
          <a:fontRef idx="minor"/>
        </p:style>
        <p:txBody>
          <a:bodyPr lIns="0" rIns="0" tIns="0" bIns="0">
            <a:spAutoFit/>
          </a:bodyPr>
          <a:p>
            <a:pPr>
              <a:lnSpc>
                <a:spcPts val="4198"/>
              </a:lnSpc>
              <a:tabLst>
                <a:tab algn="l" pos="0"/>
              </a:tabLst>
            </a:pPr>
            <a:r>
              <a:rPr b="0" lang="en-US" sz="4000" spc="-1" strike="noStrike">
                <a:solidFill>
                  <a:srgbClr val="000000"/>
                </a:solidFill>
                <a:latin typeface="Raleway Heavy"/>
              </a:rPr>
              <a:t>INTRODUCCIÓN</a:t>
            </a:r>
            <a:endParaRPr b="0" lang="es-EC" sz="4000" spc="-1" strike="noStrike">
              <a:latin typeface="Arial"/>
            </a:endParaRPr>
          </a:p>
        </p:txBody>
      </p:sp>
      <p:sp>
        <p:nvSpPr>
          <p:cNvPr id="84" name="CustomShape 21"/>
          <p:cNvSpPr/>
          <p:nvPr/>
        </p:nvSpPr>
        <p:spPr>
          <a:xfrm>
            <a:off x="630000" y="2156040"/>
            <a:ext cx="2995920" cy="1142640"/>
          </a:xfrm>
          <a:prstGeom prst="rect">
            <a:avLst/>
          </a:prstGeom>
          <a:noFill/>
          <a:ln>
            <a:noFill/>
          </a:ln>
        </p:spPr>
        <p:style>
          <a:lnRef idx="0"/>
          <a:fillRef idx="0"/>
          <a:effectRef idx="0"/>
          <a:fontRef idx="minor"/>
        </p:style>
        <p:txBody>
          <a:bodyPr lIns="0" rIns="0" tIns="0" bIns="0">
            <a:spAutoFit/>
          </a:bodyPr>
          <a:p>
            <a:pPr>
              <a:lnSpc>
                <a:spcPts val="9000"/>
              </a:lnSpc>
            </a:pPr>
            <a:r>
              <a:rPr b="0" lang="en-US" sz="6000" spc="-1" strike="noStrike">
                <a:solidFill>
                  <a:srgbClr val="000000"/>
                </a:solidFill>
                <a:latin typeface="Raleway Heavy"/>
              </a:rPr>
              <a:t>01.</a:t>
            </a:r>
            <a:endParaRPr b="0" lang="es-EC" sz="6000" spc="-1" strike="noStrike">
              <a:latin typeface="Arial"/>
            </a:endParaRPr>
          </a:p>
        </p:txBody>
      </p:sp>
      <p:sp>
        <p:nvSpPr>
          <p:cNvPr id="85" name="CustomShape 22"/>
          <p:cNvSpPr/>
          <p:nvPr/>
        </p:nvSpPr>
        <p:spPr>
          <a:xfrm>
            <a:off x="4851720" y="3899160"/>
            <a:ext cx="2995920" cy="1142640"/>
          </a:xfrm>
          <a:prstGeom prst="rect">
            <a:avLst/>
          </a:prstGeom>
          <a:noFill/>
          <a:ln>
            <a:noFill/>
          </a:ln>
        </p:spPr>
        <p:style>
          <a:lnRef idx="0"/>
          <a:fillRef idx="0"/>
          <a:effectRef idx="0"/>
          <a:fontRef idx="minor"/>
        </p:style>
        <p:txBody>
          <a:bodyPr lIns="0" rIns="0" tIns="0" bIns="0">
            <a:spAutoFit/>
          </a:bodyPr>
          <a:p>
            <a:pPr>
              <a:lnSpc>
                <a:spcPts val="9000"/>
              </a:lnSpc>
              <a:tabLst>
                <a:tab algn="l" pos="0"/>
              </a:tabLst>
            </a:pPr>
            <a:r>
              <a:rPr b="0" lang="en-US" sz="6000" spc="-1" strike="noStrike">
                <a:solidFill>
                  <a:srgbClr val="000000"/>
                </a:solidFill>
                <a:latin typeface="Raleway Heavy"/>
              </a:rPr>
              <a:t>02.</a:t>
            </a:r>
            <a:endParaRPr b="0" lang="es-EC" sz="6000" spc="-1" strike="noStrike">
              <a:latin typeface="Arial"/>
            </a:endParaRPr>
          </a:p>
        </p:txBody>
      </p:sp>
      <p:sp>
        <p:nvSpPr>
          <p:cNvPr id="86" name="CustomShape 23"/>
          <p:cNvSpPr/>
          <p:nvPr/>
        </p:nvSpPr>
        <p:spPr>
          <a:xfrm>
            <a:off x="8798760" y="5261400"/>
            <a:ext cx="2995920" cy="884160"/>
          </a:xfrm>
          <a:prstGeom prst="rect">
            <a:avLst/>
          </a:prstGeom>
          <a:noFill/>
          <a:ln>
            <a:noFill/>
          </a:ln>
        </p:spPr>
        <p:style>
          <a:lnRef idx="0"/>
          <a:fillRef idx="0"/>
          <a:effectRef idx="0"/>
          <a:fontRef idx="minor"/>
        </p:style>
        <p:txBody>
          <a:bodyPr lIns="0" rIns="0" tIns="0" bIns="0">
            <a:spAutoFit/>
          </a:bodyPr>
          <a:p>
            <a:pPr>
              <a:lnSpc>
                <a:spcPts val="6959"/>
              </a:lnSpc>
              <a:tabLst>
                <a:tab algn="l" pos="0"/>
              </a:tabLst>
            </a:pPr>
            <a:r>
              <a:rPr b="0" lang="en-US" sz="6000" spc="-1" strike="noStrike">
                <a:solidFill>
                  <a:srgbClr val="000000"/>
                </a:solidFill>
                <a:latin typeface="Raleway Heavy"/>
              </a:rPr>
              <a:t>03.</a:t>
            </a:r>
            <a:endParaRPr b="0" lang="es-EC" sz="6000" spc="-1" strike="noStrike">
              <a:latin typeface="Arial"/>
            </a:endParaRPr>
          </a:p>
        </p:txBody>
      </p:sp>
      <p:grpSp>
        <p:nvGrpSpPr>
          <p:cNvPr id="87" name="Group 24"/>
          <p:cNvGrpSpPr/>
          <p:nvPr/>
        </p:nvGrpSpPr>
        <p:grpSpPr>
          <a:xfrm>
            <a:off x="12754440" y="7405560"/>
            <a:ext cx="3488400" cy="2282400"/>
            <a:chOff x="12754440" y="7405560"/>
            <a:chExt cx="3488400" cy="2282400"/>
          </a:xfrm>
        </p:grpSpPr>
        <p:sp>
          <p:nvSpPr>
            <p:cNvPr id="88" name="CustomShape 25"/>
            <p:cNvSpPr/>
            <p:nvPr/>
          </p:nvSpPr>
          <p:spPr>
            <a:xfrm>
              <a:off x="12754440" y="8416800"/>
              <a:ext cx="3488400" cy="1271160"/>
            </a:xfrm>
            <a:prstGeom prst="rect">
              <a:avLst/>
            </a:prstGeom>
            <a:noFill/>
            <a:ln>
              <a:noFill/>
            </a:ln>
          </p:spPr>
          <p:style>
            <a:lnRef idx="0"/>
            <a:fillRef idx="0"/>
            <a:effectRef idx="0"/>
            <a:fontRef idx="minor"/>
          </p:style>
          <p:txBody>
            <a:bodyPr lIns="0" rIns="0" tIns="0" bIns="0">
              <a:spAutoFit/>
            </a:bodyPr>
            <a:p>
              <a:pPr lvl="1" marL="415440" indent="-207360">
                <a:lnSpc>
                  <a:spcPts val="2503"/>
                </a:lnSpc>
                <a:buClr>
                  <a:srgbClr val="000000"/>
                </a:buClr>
                <a:buFont typeface="Arial"/>
                <a:buChar char="•"/>
              </a:pPr>
              <a:r>
                <a:rPr b="0" lang="en-US" sz="1929" spc="94" strike="noStrike">
                  <a:solidFill>
                    <a:srgbClr val="000000"/>
                  </a:solidFill>
                  <a:latin typeface="Raleway"/>
                </a:rPr>
                <a:t>Nivel de Sistema de archivos</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Nivel Computacional</a:t>
              </a:r>
              <a:endParaRPr b="0" lang="es-EC" sz="1929" spc="-1" strike="noStrike">
                <a:latin typeface="Arial"/>
              </a:endParaRPr>
            </a:p>
            <a:p>
              <a:pPr lvl="1" marL="415440" indent="-207360">
                <a:lnSpc>
                  <a:spcPts val="2503"/>
                </a:lnSpc>
                <a:buClr>
                  <a:srgbClr val="000000"/>
                </a:buClr>
                <a:buFont typeface="Arial"/>
                <a:buChar char="•"/>
              </a:pPr>
              <a:r>
                <a:rPr b="0" lang="en-US" sz="1929" spc="94" strike="noStrike">
                  <a:solidFill>
                    <a:srgbClr val="000000"/>
                  </a:solidFill>
                  <a:latin typeface="Raleway"/>
                </a:rPr>
                <a:t>Nivel de la Comunidad</a:t>
              </a:r>
              <a:endParaRPr b="0" lang="es-EC" sz="1929" spc="-1" strike="noStrike">
                <a:latin typeface="Arial"/>
              </a:endParaRPr>
            </a:p>
          </p:txBody>
        </p:sp>
        <p:sp>
          <p:nvSpPr>
            <p:cNvPr id="89" name="CustomShape 26"/>
            <p:cNvSpPr/>
            <p:nvPr/>
          </p:nvSpPr>
          <p:spPr>
            <a:xfrm>
              <a:off x="12754440" y="7405560"/>
              <a:ext cx="3488400" cy="883800"/>
            </a:xfrm>
            <a:prstGeom prst="rect">
              <a:avLst/>
            </a:prstGeom>
            <a:noFill/>
            <a:ln>
              <a:noFill/>
            </a:ln>
          </p:spPr>
          <p:style>
            <a:lnRef idx="0"/>
            <a:fillRef idx="0"/>
            <a:effectRef idx="0"/>
            <a:fontRef idx="minor"/>
          </p:style>
          <p:txBody>
            <a:bodyPr lIns="0" rIns="0" tIns="0" bIns="0">
              <a:spAutoFit/>
            </a:bodyPr>
            <a:p>
              <a:pPr>
                <a:lnSpc>
                  <a:spcPts val="3478"/>
                </a:lnSpc>
                <a:tabLst>
                  <a:tab algn="l" pos="0"/>
                </a:tabLst>
              </a:pPr>
              <a:r>
                <a:rPr b="0" lang="en-US" sz="3000" spc="-1" strike="noStrike">
                  <a:solidFill>
                    <a:srgbClr val="000000"/>
                  </a:solidFill>
                  <a:latin typeface="Raleway Heavy"/>
                </a:rPr>
                <a:t>Arquitectura en ROS</a:t>
              </a:r>
              <a:endParaRPr b="0" lang="es-EC" sz="3000" spc="-1" strike="noStrike">
                <a:latin typeface="Arial"/>
              </a:endParaRPr>
            </a:p>
          </p:txBody>
        </p:sp>
      </p:grpSp>
      <p:sp>
        <p:nvSpPr>
          <p:cNvPr id="90" name="CustomShape 27"/>
          <p:cNvSpPr/>
          <p:nvPr/>
        </p:nvSpPr>
        <p:spPr>
          <a:xfrm>
            <a:off x="12754440" y="6326640"/>
            <a:ext cx="2995920" cy="884160"/>
          </a:xfrm>
          <a:prstGeom prst="rect">
            <a:avLst/>
          </a:prstGeom>
          <a:noFill/>
          <a:ln>
            <a:noFill/>
          </a:ln>
        </p:spPr>
        <p:style>
          <a:lnRef idx="0"/>
          <a:fillRef idx="0"/>
          <a:effectRef idx="0"/>
          <a:fontRef idx="minor"/>
        </p:style>
        <p:txBody>
          <a:bodyPr lIns="0" rIns="0" tIns="0" bIns="0">
            <a:spAutoFit/>
          </a:bodyPr>
          <a:p>
            <a:pPr>
              <a:lnSpc>
                <a:spcPts val="6959"/>
              </a:lnSpc>
              <a:tabLst>
                <a:tab algn="l" pos="0"/>
              </a:tabLst>
            </a:pPr>
            <a:r>
              <a:rPr b="0" lang="en-US" sz="6000" spc="-1" strike="noStrike">
                <a:solidFill>
                  <a:srgbClr val="000000"/>
                </a:solidFill>
                <a:latin typeface="Raleway Heavy"/>
              </a:rPr>
              <a:t>04.</a:t>
            </a:r>
            <a:endParaRPr b="0" lang="es-EC" sz="6000" spc="-1" strike="noStrike">
              <a:latin typeface="Arial"/>
            </a:endParaRPr>
          </a:p>
        </p:txBody>
      </p:sp>
      <p:sp>
        <p:nvSpPr>
          <p:cNvPr id="91" name="CustomShape 28"/>
          <p:cNvSpPr/>
          <p:nvPr/>
        </p:nvSpPr>
        <p:spPr>
          <a:xfrm>
            <a:off x="242280" y="8390880"/>
            <a:ext cx="2620440" cy="1895760"/>
          </a:xfrm>
          <a:custGeom>
            <a:avLst/>
            <a:gdLst/>
            <a:ahLst/>
            <a:rect l="l" t="t" r="r" b="b"/>
            <a:pathLst>
              <a:path w="2620821" h="1896107">
                <a:moveTo>
                  <a:pt x="0" y="0"/>
                </a:moveTo>
                <a:lnTo>
                  <a:pt x="2620821" y="0"/>
                </a:lnTo>
                <a:lnTo>
                  <a:pt x="2620821" y="1896107"/>
                </a:lnTo>
                <a:lnTo>
                  <a:pt x="0" y="1896107"/>
                </a:lnTo>
                <a:lnTo>
                  <a:pt x="0" y="0"/>
                </a:lnTo>
                <a:close/>
              </a:path>
            </a:pathLst>
          </a:custGeom>
          <a:blipFill rotWithShape="0">
            <a:blip r:embed="rId2">
              <a:alphaModFix amt="15000"/>
            </a:blip>
            <a:stretch>
              <a:fillRect/>
            </a:stretch>
          </a:blip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CustomShape 1"/>
          <p:cNvSpPr/>
          <p:nvPr/>
        </p:nvSpPr>
        <p:spPr>
          <a:xfrm>
            <a:off x="524880" y="785880"/>
            <a:ext cx="5518080" cy="533520"/>
          </a:xfrm>
          <a:prstGeom prst="rect">
            <a:avLst/>
          </a:prstGeom>
          <a:noFill/>
          <a:ln>
            <a:noFill/>
          </a:ln>
        </p:spPr>
        <p:style>
          <a:lnRef idx="0"/>
          <a:fillRef idx="0"/>
          <a:effectRef idx="0"/>
          <a:fontRef idx="minor"/>
        </p:style>
        <p:txBody>
          <a:bodyPr lIns="0" rIns="0" tIns="0" bIns="0">
            <a:spAutoFit/>
          </a:bodyPr>
          <a:p>
            <a:pPr>
              <a:lnSpc>
                <a:spcPts val="4198"/>
              </a:lnSpc>
              <a:tabLst>
                <a:tab algn="l" pos="0"/>
              </a:tabLst>
            </a:pPr>
            <a:r>
              <a:rPr b="0" lang="en-US" sz="4000" spc="-1" strike="noStrike">
                <a:solidFill>
                  <a:srgbClr val="000000"/>
                </a:solidFill>
                <a:latin typeface="Raleway Heavy"/>
              </a:rPr>
              <a:t>02 COMPONENTES</a:t>
            </a:r>
            <a:endParaRPr b="0" lang="es-EC" sz="4000" spc="-1" strike="noStrike">
              <a:latin typeface="Arial"/>
            </a:endParaRPr>
          </a:p>
        </p:txBody>
      </p:sp>
      <p:grpSp>
        <p:nvGrpSpPr>
          <p:cNvPr id="93" name="Group 2"/>
          <p:cNvGrpSpPr/>
          <p:nvPr/>
        </p:nvGrpSpPr>
        <p:grpSpPr>
          <a:xfrm>
            <a:off x="10368360" y="-982800"/>
            <a:ext cx="7000920" cy="7000920"/>
            <a:chOff x="10368360" y="-982800"/>
            <a:chExt cx="7000920" cy="7000920"/>
          </a:xfrm>
        </p:grpSpPr>
        <p:sp>
          <p:nvSpPr>
            <p:cNvPr id="94" name="CustomShape 3"/>
            <p:cNvSpPr/>
            <p:nvPr/>
          </p:nvSpPr>
          <p:spPr>
            <a:xfrm>
              <a:off x="10368360" y="-982800"/>
              <a:ext cx="7000920" cy="700092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95" name="CustomShape 4"/>
            <p:cNvSpPr/>
            <p:nvPr/>
          </p:nvSpPr>
          <p:spPr>
            <a:xfrm>
              <a:off x="11025000" y="-654840"/>
              <a:ext cx="5688000" cy="6016320"/>
            </a:xfrm>
            <a:prstGeom prst="rect">
              <a:avLst/>
            </a:prstGeom>
            <a:noFill/>
            <a:ln>
              <a:noFill/>
            </a:ln>
          </p:spPr>
          <p:style>
            <a:lnRef idx="0"/>
            <a:fillRef idx="0"/>
            <a:effectRef idx="0"/>
            <a:fontRef idx="minor"/>
          </p:style>
        </p:sp>
      </p:grpSp>
      <p:grpSp>
        <p:nvGrpSpPr>
          <p:cNvPr id="96" name="Group 5"/>
          <p:cNvGrpSpPr/>
          <p:nvPr/>
        </p:nvGrpSpPr>
        <p:grpSpPr>
          <a:xfrm>
            <a:off x="6043320" y="691200"/>
            <a:ext cx="3652560" cy="3652560"/>
            <a:chOff x="6043320" y="691200"/>
            <a:chExt cx="3652560" cy="3652560"/>
          </a:xfrm>
        </p:grpSpPr>
        <p:sp>
          <p:nvSpPr>
            <p:cNvPr id="97" name="CustomShape 6"/>
            <p:cNvSpPr/>
            <p:nvPr/>
          </p:nvSpPr>
          <p:spPr>
            <a:xfrm>
              <a:off x="6043320" y="691200"/>
              <a:ext cx="3652560" cy="365256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98" name="CustomShape 7"/>
            <p:cNvSpPr/>
            <p:nvPr/>
          </p:nvSpPr>
          <p:spPr>
            <a:xfrm>
              <a:off x="6386040" y="862560"/>
              <a:ext cx="2967480" cy="3138840"/>
            </a:xfrm>
            <a:prstGeom prst="rect">
              <a:avLst/>
            </a:prstGeom>
            <a:noFill/>
            <a:ln>
              <a:noFill/>
            </a:ln>
          </p:spPr>
          <p:style>
            <a:lnRef idx="0"/>
            <a:fillRef idx="0"/>
            <a:effectRef idx="0"/>
            <a:fontRef idx="minor"/>
          </p:style>
        </p:sp>
      </p:grpSp>
      <p:sp>
        <p:nvSpPr>
          <p:cNvPr id="99" name="CustomShape 8"/>
          <p:cNvSpPr/>
          <p:nvPr/>
        </p:nvSpPr>
        <p:spPr>
          <a:xfrm>
            <a:off x="11932560" y="1749600"/>
            <a:ext cx="6947640" cy="8537040"/>
          </a:xfrm>
          <a:custGeom>
            <a:avLst/>
            <a:gdLst/>
            <a:ahLst/>
            <a:rect l="l" t="t" r="r" b="b"/>
            <a:pathLst>
              <a:path w="6947932" h="8537272">
                <a:moveTo>
                  <a:pt x="0" y="0"/>
                </a:moveTo>
                <a:lnTo>
                  <a:pt x="6947932" y="0"/>
                </a:lnTo>
                <a:lnTo>
                  <a:pt x="6947932" y="8537272"/>
                </a:lnTo>
                <a:lnTo>
                  <a:pt x="0" y="8537272"/>
                </a:lnTo>
                <a:lnTo>
                  <a:pt x="0" y="0"/>
                </a:lnTo>
                <a:close/>
              </a:path>
            </a:pathLst>
          </a:custGeom>
          <a:blipFill rotWithShape="0">
            <a:blip r:embed="rId1"/>
            <a:stretch>
              <a:fillRect/>
            </a:stretch>
          </a:blipFill>
          <a:ln>
            <a:noFill/>
          </a:ln>
        </p:spPr>
        <p:style>
          <a:lnRef idx="0"/>
          <a:fillRef idx="0"/>
          <a:effectRef idx="0"/>
          <a:fontRef idx="minor"/>
        </p:style>
      </p:sp>
      <p:sp>
        <p:nvSpPr>
          <p:cNvPr id="100" name="CustomShape 9"/>
          <p:cNvSpPr/>
          <p:nvPr/>
        </p:nvSpPr>
        <p:spPr>
          <a:xfrm>
            <a:off x="285480" y="8317800"/>
            <a:ext cx="2599560" cy="1880640"/>
          </a:xfrm>
          <a:custGeom>
            <a:avLst/>
            <a:gdLst/>
            <a:ahLst/>
            <a:rect l="l" t="t" r="r" b="b"/>
            <a:pathLst>
              <a:path w="2599867" h="1880947">
                <a:moveTo>
                  <a:pt x="0" y="0"/>
                </a:moveTo>
                <a:lnTo>
                  <a:pt x="2599867" y="0"/>
                </a:lnTo>
                <a:lnTo>
                  <a:pt x="2599867" y="1880948"/>
                </a:lnTo>
                <a:lnTo>
                  <a:pt x="0" y="1880948"/>
                </a:lnTo>
                <a:lnTo>
                  <a:pt x="0" y="0"/>
                </a:lnTo>
                <a:close/>
              </a:path>
            </a:pathLst>
          </a:custGeom>
          <a:blipFill rotWithShape="0">
            <a:blip r:embed="rId2">
              <a:alphaModFix amt="14000"/>
            </a:blip>
            <a:stretch>
              <a:fillRect/>
            </a:stretch>
          </a:blipFill>
          <a:ln>
            <a:noFill/>
          </a:ln>
        </p:spPr>
        <p:style>
          <a:lnRef idx="0"/>
          <a:fillRef idx="0"/>
          <a:effectRef idx="0"/>
          <a:fontRef idx="minor"/>
        </p:style>
      </p:sp>
      <p:graphicFrame>
        <p:nvGraphicFramePr>
          <p:cNvPr id="101" name="Table 10"/>
          <p:cNvGraphicFramePr/>
          <p:nvPr/>
        </p:nvGraphicFramePr>
        <p:xfrm>
          <a:off x="1038240" y="1994040"/>
          <a:ext cx="11063880" cy="7701840"/>
        </p:xfrm>
        <a:graphic>
          <a:graphicData uri="http://schemas.openxmlformats.org/drawingml/2006/table">
            <a:tbl>
              <a:tblPr/>
              <a:tblGrid>
                <a:gridCol w="1918800"/>
                <a:gridCol w="3127680"/>
                <a:gridCol w="6017400"/>
              </a:tblGrid>
              <a:tr h="1761120">
                <a:tc>
                  <a:txBody>
                    <a:bodyPr lIns="190440" rIns="190440" tIns="190440" bIns="190440" anchor="ctr">
                      <a:noAutofit/>
                    </a:bodyPr>
                    <a:p>
                      <a:pPr algn="ctr">
                        <a:lnSpc>
                          <a:spcPts val="2659"/>
                        </a:lnSpc>
                      </a:pPr>
                      <a:r>
                        <a:rPr b="0" lang="en-US" sz="1900" spc="-1" strike="noStrike">
                          <a:solidFill>
                            <a:srgbClr val="000000"/>
                          </a:solidFill>
                          <a:latin typeface="Raleway Bold"/>
                        </a:rPr>
                        <a:t>Tools</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xBody>
                    <a:bodyPr lIns="190440" rIns="190440" tIns="190440" bIns="190440" anchor="ctr">
                      <a:noAutofit/>
                    </a:bodyPr>
                    <a:p>
                      <a:pPr algn="ctr">
                        <a:lnSpc>
                          <a:spcPts val="2659"/>
                        </a:lnSpc>
                      </a:pPr>
                      <a:r>
                        <a:rPr b="0" lang="en-US" sz="1900" spc="-1" strike="noStrike">
                          <a:solidFill>
                            <a:srgbClr val="000000"/>
                          </a:solidFill>
                          <a:latin typeface="Raleway"/>
                        </a:rPr>
                        <a:t>Rviz</a:t>
                      </a:r>
                      <a:endParaRPr b="0" lang="es-EC" sz="1900" spc="-1" strike="noStrike">
                        <a:latin typeface="Arial"/>
                      </a:endParaRPr>
                    </a:p>
                    <a:p>
                      <a:pPr algn="ctr">
                        <a:lnSpc>
                          <a:spcPts val="2659"/>
                        </a:lnSpc>
                      </a:pPr>
                      <a:r>
                        <a:rPr b="0" lang="en-US" sz="1900" spc="-1" strike="noStrike">
                          <a:solidFill>
                            <a:srgbClr val="000000"/>
                          </a:solidFill>
                          <a:latin typeface="Raleway"/>
                        </a:rPr>
                        <a:t>Gazebo</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xBody>
                    <a:bodyPr lIns="190440" rIns="190440" tIns="190440" bIns="190440" anchor="ctr">
                      <a:noAutofit/>
                    </a:bodyPr>
                    <a:p>
                      <a:pPr algn="ctr">
                        <a:lnSpc>
                          <a:spcPts val="2659"/>
                        </a:lnSpc>
                      </a:pPr>
                      <a:endParaRPr b="0" lang="es-EC" sz="1800" spc="-1" strike="noStrike">
                        <a:latin typeface="Arial"/>
                      </a:endParaRPr>
                    </a:p>
                    <a:p>
                      <a:pPr algn="ctr">
                        <a:lnSpc>
                          <a:spcPts val="2659"/>
                        </a:lnSpc>
                      </a:pPr>
                      <a:endParaRPr b="0" lang="es-EC" sz="1800" spc="-1" strike="noStrike">
                        <a:latin typeface="Arial"/>
                      </a:endParaRPr>
                    </a:p>
                    <a:p>
                      <a:pPr algn="ctr">
                        <a:lnSpc>
                          <a:spcPts val="2659"/>
                        </a:lnSpc>
                      </a:pPr>
                      <a:endParaRPr b="0" lang="es-EC" sz="1800" spc="-1" strike="noStrike">
                        <a:latin typeface="Arial"/>
                      </a:endParaRPr>
                    </a:p>
                    <a:p>
                      <a:pPr algn="ctr">
                        <a:lnSpc>
                          <a:spcPts val="2659"/>
                        </a:lnSpc>
                      </a:pPr>
                      <a:endParaRPr b="0" lang="es-EC" sz="18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r>
              <a:tr h="1754640">
                <a:tc>
                  <a:txBody>
                    <a:bodyPr lIns="190440" rIns="190440" tIns="190440" bIns="190440" anchor="ctr">
                      <a:noAutofit/>
                    </a:bodyPr>
                    <a:p>
                      <a:pPr algn="ctr">
                        <a:lnSpc>
                          <a:spcPts val="2659"/>
                        </a:lnSpc>
                      </a:pPr>
                      <a:r>
                        <a:rPr b="0" lang="en-US" sz="1900" spc="-1" strike="noStrike">
                          <a:solidFill>
                            <a:srgbClr val="000000"/>
                          </a:solidFill>
                          <a:latin typeface="Raleway Bold"/>
                        </a:rPr>
                        <a:t>Plumbing</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xBody>
                    <a:bodyPr lIns="190440" rIns="190440" tIns="190440" bIns="190440" anchor="ctr">
                      <a:noAutofit/>
                    </a:bodyPr>
                    <a:p>
                      <a:pPr algn="ctr">
                        <a:lnSpc>
                          <a:spcPts val="2659"/>
                        </a:lnSpc>
                      </a:pPr>
                      <a:r>
                        <a:rPr b="0" lang="en-US" sz="1900" spc="-1" strike="noStrike">
                          <a:solidFill>
                            <a:srgbClr val="000000"/>
                          </a:solidFill>
                          <a:latin typeface="Raleway"/>
                        </a:rPr>
                        <a:t>Estructura de mensajería Publicación, suscripción.</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r>
              <a:tr h="2096280">
                <a:tc>
                  <a:txBody>
                    <a:bodyPr lIns="190440" rIns="190440" tIns="190440" bIns="190440" anchor="ctr">
                      <a:noAutofit/>
                    </a:bodyPr>
                    <a:p>
                      <a:pPr algn="ctr">
                        <a:lnSpc>
                          <a:spcPts val="2659"/>
                        </a:lnSpc>
                      </a:pPr>
                      <a:r>
                        <a:rPr b="0" lang="en-US" sz="1900" spc="-1" strike="noStrike">
                          <a:solidFill>
                            <a:srgbClr val="000000"/>
                          </a:solidFill>
                          <a:latin typeface="Raleway Bold"/>
                        </a:rPr>
                        <a:t>Capabilities</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xBody>
                    <a:bodyPr lIns="190440" rIns="190440" tIns="190440" bIns="190440" anchor="ctr">
                      <a:noAutofit/>
                    </a:bodyPr>
                    <a:p>
                      <a:pPr algn="ctr">
                        <a:lnSpc>
                          <a:spcPts val="2659"/>
                        </a:lnSpc>
                      </a:pPr>
                      <a:r>
                        <a:rPr b="0" lang="en-US" sz="1900" spc="-1" strike="noStrike">
                          <a:solidFill>
                            <a:srgbClr val="000000"/>
                          </a:solidFill>
                          <a:latin typeface="Raleway"/>
                        </a:rPr>
                        <a:t>Percepción, Manipulación, Navegación</a:t>
                      </a:r>
                      <a:endParaRPr b="0" lang="es-EC" sz="1900" spc="-1" strike="noStrike">
                        <a:latin typeface="Arial"/>
                      </a:endParaRPr>
                    </a:p>
                    <a:p>
                      <a:pPr algn="ctr">
                        <a:lnSpc>
                          <a:spcPts val="2659"/>
                        </a:lnSpc>
                      </a:pPr>
                      <a:endParaRPr b="0" lang="es-EC" sz="1900" spc="-1" strike="noStrike">
                        <a:latin typeface="Arial"/>
                      </a:endParaRPr>
                    </a:p>
                    <a:p>
                      <a:pPr algn="ctr">
                        <a:lnSpc>
                          <a:spcPts val="2659"/>
                        </a:lnSpc>
                      </a:pP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r>
              <a:tr h="2089800">
                <a:tc>
                  <a:txBody>
                    <a:bodyPr lIns="190440" rIns="190440" tIns="190440" bIns="190440" anchor="ctr">
                      <a:noAutofit/>
                    </a:bodyPr>
                    <a:p>
                      <a:pPr algn="ctr">
                        <a:lnSpc>
                          <a:spcPts val="2659"/>
                        </a:lnSpc>
                      </a:pPr>
                      <a:r>
                        <a:rPr b="0" lang="en-US" sz="1900" spc="-1" strike="noStrike">
                          <a:solidFill>
                            <a:srgbClr val="000000"/>
                          </a:solidFill>
                          <a:latin typeface="Raleway Bold"/>
                        </a:rPr>
                        <a:t>Ecosystem</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xBody>
                    <a:bodyPr lIns="190440" rIns="190440" tIns="190440" bIns="190440" anchor="ctr">
                      <a:noAutofit/>
                    </a:bodyPr>
                    <a:p>
                      <a:pPr algn="ctr">
                        <a:lnSpc>
                          <a:spcPts val="2659"/>
                        </a:lnSpc>
                      </a:pPr>
                      <a:r>
                        <a:rPr b="0" lang="en-US" sz="1900" spc="-1" strike="noStrike">
                          <a:solidFill>
                            <a:srgbClr val="000000"/>
                          </a:solidFill>
                          <a:latin typeface="Raleway"/>
                        </a:rPr>
                        <a:t>Comunidad mundial, organización de paquetes y distribución de software.</a:t>
                      </a:r>
                      <a:endParaRPr b="0" lang="es-EC" sz="1900" spc="-1" strike="noStrike">
                        <a:latin typeface="Arial"/>
                      </a:endParaRPr>
                    </a:p>
                  </a:txBody>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c>
                  <a:tcPr marL="190440" marR="190440">
                    <a:lnL w="38160">
                      <a:solidFill>
                        <a:srgbClr val="000000"/>
                      </a:solidFill>
                    </a:lnL>
                    <a:lnR w="38160">
                      <a:solidFill>
                        <a:srgbClr val="000000"/>
                      </a:solidFill>
                    </a:lnR>
                    <a:lnT w="38160">
                      <a:solidFill>
                        <a:srgbClr val="000000"/>
                      </a:solidFill>
                    </a:lnT>
                    <a:lnB w="38160">
                      <a:solidFill>
                        <a:srgbClr val="000000"/>
                      </a:solidFill>
                    </a:lnB>
                    <a:noFill/>
                  </a:tcPr>
                </a:tc>
              </a:tr>
            </a:tbl>
          </a:graphicData>
        </a:graphic>
      </p:graphicFrame>
      <p:grpSp>
        <p:nvGrpSpPr>
          <p:cNvPr id="102" name="Group 11"/>
          <p:cNvGrpSpPr/>
          <p:nvPr/>
        </p:nvGrpSpPr>
        <p:grpSpPr>
          <a:xfrm>
            <a:off x="7407000" y="2174760"/>
            <a:ext cx="2481120" cy="1395720"/>
            <a:chOff x="7407000" y="2174760"/>
            <a:chExt cx="2481120" cy="1395720"/>
          </a:xfrm>
        </p:grpSpPr>
        <p:sp>
          <p:nvSpPr>
            <p:cNvPr id="103" name="CustomShape 12"/>
            <p:cNvSpPr/>
            <p:nvPr/>
          </p:nvSpPr>
          <p:spPr>
            <a:xfrm>
              <a:off x="7407000" y="2174760"/>
              <a:ext cx="2481120" cy="1395720"/>
            </a:xfrm>
            <a:custGeom>
              <a:avLst/>
              <a:gdLst/>
              <a:ahLst/>
              <a:rect l="l" t="t" r="r" b="b"/>
              <a:pathLst>
                <a:path w="11287761" h="6350000">
                  <a:moveTo>
                    <a:pt x="0" y="5824220"/>
                  </a:moveTo>
                  <a:lnTo>
                    <a:pt x="0" y="525780"/>
                  </a:lnTo>
                  <a:cubicBezTo>
                    <a:pt x="0" y="234950"/>
                    <a:pt x="234950" y="0"/>
                    <a:pt x="525780" y="0"/>
                  </a:cubicBezTo>
                  <a:lnTo>
                    <a:pt x="10761980" y="0"/>
                  </a:lnTo>
                  <a:cubicBezTo>
                    <a:pt x="11052811" y="0"/>
                    <a:pt x="11287761" y="234950"/>
                    <a:pt x="11287761" y="525780"/>
                  </a:cubicBezTo>
                  <a:lnTo>
                    <a:pt x="11287761" y="5822950"/>
                  </a:lnTo>
                  <a:cubicBezTo>
                    <a:pt x="11287761" y="6113780"/>
                    <a:pt x="11052811" y="6348730"/>
                    <a:pt x="10761980" y="6348730"/>
                  </a:cubicBezTo>
                  <a:lnTo>
                    <a:pt x="525780" y="6348730"/>
                  </a:lnTo>
                  <a:cubicBezTo>
                    <a:pt x="236220" y="6350000"/>
                    <a:pt x="0" y="6115050"/>
                    <a:pt x="0" y="5824220"/>
                  </a:cubicBezTo>
                  <a:cubicBezTo>
                    <a:pt x="0" y="5824220"/>
                    <a:pt x="0" y="5824220"/>
                    <a:pt x="0" y="5824220"/>
                  </a:cubicBezTo>
                  <a:close/>
                </a:path>
              </a:pathLst>
            </a:custGeom>
            <a:blipFill rotWithShape="0">
              <a:blip r:embed="rId3"/>
              <a:stretch>
                <a:fillRect l="0" t="-7657" r="0" b="-7657"/>
              </a:stretch>
            </a:blipFill>
            <a:ln>
              <a:noFill/>
            </a:ln>
          </p:spPr>
          <p:style>
            <a:lnRef idx="0"/>
            <a:fillRef idx="0"/>
            <a:effectRef idx="0"/>
            <a:fontRef idx="minor"/>
          </p:style>
        </p:sp>
      </p:grpSp>
      <p:sp>
        <p:nvSpPr>
          <p:cNvPr id="104" name="CustomShape 13"/>
          <p:cNvSpPr/>
          <p:nvPr/>
        </p:nvSpPr>
        <p:spPr>
          <a:xfrm>
            <a:off x="6447240" y="4092120"/>
            <a:ext cx="5135040" cy="1071000"/>
          </a:xfrm>
          <a:custGeom>
            <a:avLst/>
            <a:gdLst/>
            <a:ahLst/>
            <a:rect l="l" t="t" r="r" b="b"/>
            <a:pathLst>
              <a:path w="5135427" h="1071377">
                <a:moveTo>
                  <a:pt x="0" y="0"/>
                </a:moveTo>
                <a:lnTo>
                  <a:pt x="5135428" y="0"/>
                </a:lnTo>
                <a:lnTo>
                  <a:pt x="5135428" y="1071377"/>
                </a:lnTo>
                <a:lnTo>
                  <a:pt x="0" y="1071377"/>
                </a:lnTo>
                <a:lnTo>
                  <a:pt x="0" y="0"/>
                </a:lnTo>
                <a:close/>
              </a:path>
            </a:pathLst>
          </a:custGeom>
          <a:blipFill rotWithShape="0">
            <a:blip r:embed="rId4"/>
            <a:stretch>
              <a:fillRect/>
            </a:stretch>
          </a:blipFill>
          <a:ln>
            <a:noFill/>
          </a:ln>
        </p:spPr>
        <p:style>
          <a:lnRef idx="0"/>
          <a:fillRef idx="0"/>
          <a:effectRef idx="0"/>
          <a:fontRef idx="minor"/>
        </p:style>
      </p:sp>
      <p:grpSp>
        <p:nvGrpSpPr>
          <p:cNvPr id="105" name="Group 14"/>
          <p:cNvGrpSpPr/>
          <p:nvPr/>
        </p:nvGrpSpPr>
        <p:grpSpPr>
          <a:xfrm>
            <a:off x="7165440" y="5687640"/>
            <a:ext cx="3202200" cy="1801440"/>
            <a:chOff x="7165440" y="5687640"/>
            <a:chExt cx="3202200" cy="1801440"/>
          </a:xfrm>
        </p:grpSpPr>
        <p:sp>
          <p:nvSpPr>
            <p:cNvPr id="106" name="CustomShape 15"/>
            <p:cNvSpPr/>
            <p:nvPr/>
          </p:nvSpPr>
          <p:spPr>
            <a:xfrm>
              <a:off x="7165440" y="5687640"/>
              <a:ext cx="3202200" cy="1801440"/>
            </a:xfrm>
            <a:custGeom>
              <a:avLst/>
              <a:gdLst/>
              <a:ahLst/>
              <a:rect l="l" t="t" r="r" b="b"/>
              <a:pathLst>
                <a:path w="11287761" h="6350000">
                  <a:moveTo>
                    <a:pt x="0" y="5824220"/>
                  </a:moveTo>
                  <a:lnTo>
                    <a:pt x="0" y="525780"/>
                  </a:lnTo>
                  <a:cubicBezTo>
                    <a:pt x="0" y="234950"/>
                    <a:pt x="234950" y="0"/>
                    <a:pt x="525780" y="0"/>
                  </a:cubicBezTo>
                  <a:lnTo>
                    <a:pt x="10761980" y="0"/>
                  </a:lnTo>
                  <a:cubicBezTo>
                    <a:pt x="11052811" y="0"/>
                    <a:pt x="11287761" y="234950"/>
                    <a:pt x="11287761" y="525780"/>
                  </a:cubicBezTo>
                  <a:lnTo>
                    <a:pt x="11287761" y="5822950"/>
                  </a:lnTo>
                  <a:cubicBezTo>
                    <a:pt x="11287761" y="6113780"/>
                    <a:pt x="11052811" y="6348730"/>
                    <a:pt x="10761980" y="6348730"/>
                  </a:cubicBezTo>
                  <a:lnTo>
                    <a:pt x="525780" y="6348730"/>
                  </a:lnTo>
                  <a:cubicBezTo>
                    <a:pt x="236220" y="6350000"/>
                    <a:pt x="0" y="6115050"/>
                    <a:pt x="0" y="5824220"/>
                  </a:cubicBezTo>
                  <a:cubicBezTo>
                    <a:pt x="0" y="5824220"/>
                    <a:pt x="0" y="5824220"/>
                    <a:pt x="0" y="5824220"/>
                  </a:cubicBezTo>
                  <a:close/>
                </a:path>
              </a:pathLst>
            </a:custGeom>
            <a:blipFill rotWithShape="0">
              <a:blip r:embed="rId5"/>
              <a:stretch>
                <a:fillRect l="-1913" t="0" r="-1913" b="0"/>
              </a:stretch>
            </a:blipFill>
            <a:ln>
              <a:noFill/>
            </a:ln>
          </p:spPr>
          <p:style>
            <a:lnRef idx="0"/>
            <a:fillRef idx="0"/>
            <a:effectRef idx="0"/>
            <a:fontRef idx="minor"/>
          </p:style>
        </p:sp>
      </p:grpSp>
      <p:sp>
        <p:nvSpPr>
          <p:cNvPr id="107" name="CustomShape 16"/>
          <p:cNvSpPr/>
          <p:nvPr/>
        </p:nvSpPr>
        <p:spPr>
          <a:xfrm>
            <a:off x="7612200" y="7862760"/>
            <a:ext cx="2328480" cy="1552320"/>
          </a:xfrm>
          <a:custGeom>
            <a:avLst/>
            <a:gdLst/>
            <a:ahLst/>
            <a:rect l="l" t="t" r="r" b="b"/>
            <a:pathLst>
              <a:path w="2328874" h="1552583">
                <a:moveTo>
                  <a:pt x="0" y="0"/>
                </a:moveTo>
                <a:lnTo>
                  <a:pt x="2328874" y="0"/>
                </a:lnTo>
                <a:lnTo>
                  <a:pt x="2328874" y="1552583"/>
                </a:lnTo>
                <a:lnTo>
                  <a:pt x="0" y="1552583"/>
                </a:lnTo>
                <a:lnTo>
                  <a:pt x="0" y="0"/>
                </a:lnTo>
                <a:close/>
              </a:path>
            </a:pathLst>
          </a:custGeom>
          <a:blipFill rotWithShape="0">
            <a:blip r:embed="rId6"/>
            <a:stretch>
              <a:fillRect/>
            </a:stretch>
          </a:blip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CustomShape 1"/>
          <p:cNvSpPr/>
          <p:nvPr/>
        </p:nvSpPr>
        <p:spPr>
          <a:xfrm>
            <a:off x="5537520" y="3166200"/>
            <a:ext cx="10636200" cy="6462720"/>
          </a:xfrm>
          <a:custGeom>
            <a:avLst/>
            <a:gdLst/>
            <a:ahLst/>
            <a:rect l="l" t="t" r="r" b="b"/>
            <a:pathLst>
              <a:path w="10636699" h="6463106">
                <a:moveTo>
                  <a:pt x="0" y="0"/>
                </a:moveTo>
                <a:lnTo>
                  <a:pt x="10636699" y="0"/>
                </a:lnTo>
                <a:lnTo>
                  <a:pt x="10636699" y="6463106"/>
                </a:lnTo>
                <a:lnTo>
                  <a:pt x="0" y="6463106"/>
                </a:lnTo>
                <a:lnTo>
                  <a:pt x="0" y="0"/>
                </a:lnTo>
                <a:close/>
              </a:path>
            </a:pathLst>
          </a:custGeom>
          <a:blipFill rotWithShape="0">
            <a:blip r:embed="rId1"/>
            <a:stretch>
              <a:fillRect/>
            </a:stretch>
          </a:blipFill>
          <a:ln>
            <a:noFill/>
          </a:ln>
        </p:spPr>
        <p:style>
          <a:lnRef idx="0"/>
          <a:fillRef idx="0"/>
          <a:effectRef idx="0"/>
          <a:fontRef idx="minor"/>
        </p:style>
      </p:sp>
      <p:grpSp>
        <p:nvGrpSpPr>
          <p:cNvPr id="109" name="Group 2"/>
          <p:cNvGrpSpPr/>
          <p:nvPr/>
        </p:nvGrpSpPr>
        <p:grpSpPr>
          <a:xfrm>
            <a:off x="-856080" y="8187120"/>
            <a:ext cx="5189400" cy="5189400"/>
            <a:chOff x="-856080" y="8187120"/>
            <a:chExt cx="5189400" cy="5189400"/>
          </a:xfrm>
        </p:grpSpPr>
        <p:sp>
          <p:nvSpPr>
            <p:cNvPr id="110" name="CustomShape 3"/>
            <p:cNvSpPr/>
            <p:nvPr/>
          </p:nvSpPr>
          <p:spPr>
            <a:xfrm>
              <a:off x="-856080" y="8187120"/>
              <a:ext cx="5189400" cy="518940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111" name="CustomShape 4"/>
            <p:cNvSpPr/>
            <p:nvPr/>
          </p:nvSpPr>
          <p:spPr>
            <a:xfrm>
              <a:off x="-369720" y="8430480"/>
              <a:ext cx="4216320" cy="4459680"/>
            </a:xfrm>
            <a:prstGeom prst="rect">
              <a:avLst/>
            </a:prstGeom>
            <a:noFill/>
            <a:ln>
              <a:noFill/>
            </a:ln>
          </p:spPr>
          <p:style>
            <a:lnRef idx="0"/>
            <a:fillRef idx="0"/>
            <a:effectRef idx="0"/>
            <a:fontRef idx="minor"/>
          </p:style>
        </p:sp>
      </p:grpSp>
      <p:grpSp>
        <p:nvGrpSpPr>
          <p:cNvPr id="112" name="Group 5"/>
          <p:cNvGrpSpPr/>
          <p:nvPr/>
        </p:nvGrpSpPr>
        <p:grpSpPr>
          <a:xfrm>
            <a:off x="-493920" y="3902400"/>
            <a:ext cx="2008440" cy="2008440"/>
            <a:chOff x="-493920" y="3902400"/>
            <a:chExt cx="2008440" cy="2008440"/>
          </a:xfrm>
        </p:grpSpPr>
        <p:sp>
          <p:nvSpPr>
            <p:cNvPr id="113" name="CustomShape 6"/>
            <p:cNvSpPr/>
            <p:nvPr/>
          </p:nvSpPr>
          <p:spPr>
            <a:xfrm>
              <a:off x="-493920" y="3902400"/>
              <a:ext cx="2008440" cy="2008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114" name="CustomShape 7"/>
            <p:cNvSpPr/>
            <p:nvPr/>
          </p:nvSpPr>
          <p:spPr>
            <a:xfrm>
              <a:off x="-305640" y="3996720"/>
              <a:ext cx="1631880" cy="1726200"/>
            </a:xfrm>
            <a:prstGeom prst="rect">
              <a:avLst/>
            </a:prstGeom>
            <a:noFill/>
            <a:ln>
              <a:noFill/>
            </a:ln>
          </p:spPr>
          <p:style>
            <a:lnRef idx="0"/>
            <a:fillRef idx="0"/>
            <a:effectRef idx="0"/>
            <a:fontRef idx="minor"/>
          </p:style>
        </p:sp>
      </p:grpSp>
      <p:sp>
        <p:nvSpPr>
          <p:cNvPr id="115" name="CustomShape 8"/>
          <p:cNvSpPr/>
          <p:nvPr/>
        </p:nvSpPr>
        <p:spPr>
          <a:xfrm rot="16200000">
            <a:off x="1230840" y="-1230120"/>
            <a:ext cx="3165840" cy="5627520"/>
          </a:xfrm>
          <a:custGeom>
            <a:avLst/>
            <a:gdLst/>
            <a:ahLst/>
            <a:rect l="l" t="t" r="r" b="b"/>
            <a:pathLst>
              <a:path w="3166268" h="5628041">
                <a:moveTo>
                  <a:pt x="0" y="0"/>
                </a:moveTo>
                <a:lnTo>
                  <a:pt x="3166268" y="0"/>
                </a:lnTo>
                <a:lnTo>
                  <a:pt x="3166268" y="5628042"/>
                </a:lnTo>
                <a:lnTo>
                  <a:pt x="0" y="5628042"/>
                </a:lnTo>
                <a:lnTo>
                  <a:pt x="0" y="0"/>
                </a:lnTo>
                <a:close/>
              </a:path>
            </a:pathLst>
          </a:custGeom>
          <a:blipFill rotWithShape="0">
            <a:blip r:embed="rId2"/>
            <a:stretch>
              <a:fillRect/>
            </a:stretch>
          </a:blipFill>
          <a:ln>
            <a:noFill/>
          </a:ln>
        </p:spPr>
        <p:style>
          <a:lnRef idx="0"/>
          <a:fillRef idx="0"/>
          <a:effectRef idx="0"/>
          <a:fontRef idx="minor"/>
        </p:style>
      </p:sp>
      <p:sp>
        <p:nvSpPr>
          <p:cNvPr id="116" name="CustomShape 9"/>
          <p:cNvSpPr/>
          <p:nvPr/>
        </p:nvSpPr>
        <p:spPr>
          <a:xfrm>
            <a:off x="8417160" y="742320"/>
            <a:ext cx="5176800" cy="271800"/>
          </a:xfrm>
          <a:prstGeom prst="rect">
            <a:avLst/>
          </a:prstGeom>
          <a:noFill/>
          <a:ln>
            <a:noFill/>
          </a:ln>
        </p:spPr>
        <p:style>
          <a:lnRef idx="0"/>
          <a:fillRef idx="0"/>
          <a:effectRef idx="0"/>
          <a:fontRef idx="minor"/>
        </p:style>
        <p:txBody>
          <a:bodyPr lIns="0" rIns="0" tIns="0" bIns="0">
            <a:spAutoFit/>
          </a:bodyPr>
          <a:p>
            <a:pPr algn="ctr">
              <a:lnSpc>
                <a:spcPts val="2137"/>
              </a:lnSpc>
              <a:tabLst>
                <a:tab algn="l" pos="0"/>
              </a:tabLst>
            </a:pPr>
            <a:r>
              <a:rPr b="0" lang="en-US" sz="2040" spc="-1" strike="noStrike">
                <a:solidFill>
                  <a:srgbClr val="000000"/>
                </a:solidFill>
                <a:latin typeface="Raleway Heavy"/>
              </a:rPr>
              <a:t>ARQUITECTURA</a:t>
            </a:r>
            <a:endParaRPr b="0" lang="es-EC" sz="2040" spc="-1" strike="noStrike">
              <a:latin typeface="Arial"/>
            </a:endParaRPr>
          </a:p>
        </p:txBody>
      </p:sp>
      <p:grpSp>
        <p:nvGrpSpPr>
          <p:cNvPr id="117" name="Group 10"/>
          <p:cNvGrpSpPr/>
          <p:nvPr/>
        </p:nvGrpSpPr>
        <p:grpSpPr>
          <a:xfrm>
            <a:off x="5627880" y="1540440"/>
            <a:ext cx="10526760" cy="1095480"/>
            <a:chOff x="5627880" y="1540440"/>
            <a:chExt cx="10526760" cy="1095480"/>
          </a:xfrm>
        </p:grpSpPr>
        <p:sp>
          <p:nvSpPr>
            <p:cNvPr id="118" name="CustomShape 11"/>
            <p:cNvSpPr/>
            <p:nvPr/>
          </p:nvSpPr>
          <p:spPr>
            <a:xfrm>
              <a:off x="5627880" y="1996200"/>
              <a:ext cx="10526760" cy="639720"/>
            </a:xfrm>
            <a:prstGeom prst="rect">
              <a:avLst/>
            </a:prstGeom>
            <a:noFill/>
            <a:ln>
              <a:noFill/>
            </a:ln>
          </p:spPr>
          <p:style>
            <a:lnRef idx="0"/>
            <a:fillRef idx="0"/>
            <a:effectRef idx="0"/>
            <a:fontRef idx="minor"/>
          </p:style>
          <p:txBody>
            <a:bodyPr lIns="0" rIns="0" tIns="0" bIns="0">
              <a:spAutoFit/>
            </a:bodyPr>
            <a:p>
              <a:pPr lvl="1" marL="388800" indent="-194040" algn="just">
                <a:lnSpc>
                  <a:spcPts val="2520"/>
                </a:lnSpc>
                <a:buClr>
                  <a:srgbClr val="000000"/>
                </a:buClr>
                <a:buFont typeface="Arial"/>
                <a:buChar char="•"/>
              </a:pPr>
              <a:r>
                <a:rPr b="0" lang="en-US" sz="1800" spc="-1" strike="noStrike">
                  <a:solidFill>
                    <a:srgbClr val="000000"/>
                  </a:solidFill>
                  <a:latin typeface="Raleway"/>
                </a:rPr>
                <a:t>Instrucciones  para la administración de código fuente, contrucción de paquetes, y mensajes </a:t>
              </a:r>
              <a:endParaRPr b="0" lang="es-EC" sz="1800" spc="-1" strike="noStrike">
                <a:latin typeface="Arial"/>
              </a:endParaRPr>
            </a:p>
          </p:txBody>
        </p:sp>
        <p:sp>
          <p:nvSpPr>
            <p:cNvPr id="119" name="CustomShape 12"/>
            <p:cNvSpPr/>
            <p:nvPr/>
          </p:nvSpPr>
          <p:spPr>
            <a:xfrm>
              <a:off x="5627880" y="1540440"/>
              <a:ext cx="10526760" cy="426240"/>
            </a:xfrm>
            <a:prstGeom prst="rect">
              <a:avLst/>
            </a:prstGeom>
            <a:noFill/>
            <a:ln>
              <a:noFill/>
            </a:ln>
          </p:spPr>
          <p:style>
            <a:lnRef idx="0"/>
            <a:fillRef idx="0"/>
            <a:effectRef idx="0"/>
            <a:fontRef idx="minor"/>
          </p:style>
          <p:txBody>
            <a:bodyPr lIns="0" rIns="0" tIns="0" bIns="0">
              <a:spAutoFit/>
            </a:bodyPr>
            <a:p>
              <a:pPr algn="just">
                <a:lnSpc>
                  <a:spcPts val="3359"/>
                </a:lnSpc>
                <a:tabLst>
                  <a:tab algn="l" pos="0"/>
                </a:tabLst>
              </a:pPr>
              <a:r>
                <a:rPr b="0" lang="en-US" sz="2400" spc="-1" strike="noStrike">
                  <a:solidFill>
                    <a:srgbClr val="000000"/>
                  </a:solidFill>
                  <a:latin typeface="Raleway Heavy Bold"/>
                </a:rPr>
                <a:t>Nivel de sistema de archvos.</a:t>
              </a:r>
              <a:endParaRPr b="0" lang="es-EC" sz="2400" spc="-1" strike="noStrike">
                <a:latin typeface="Arial"/>
              </a:endParaRPr>
            </a:p>
          </p:txBody>
        </p:sp>
      </p:grpSp>
      <p:sp>
        <p:nvSpPr>
          <p:cNvPr id="120" name="CustomShape 13"/>
          <p:cNvSpPr/>
          <p:nvPr/>
        </p:nvSpPr>
        <p:spPr>
          <a:xfrm>
            <a:off x="214200" y="8406000"/>
            <a:ext cx="2599560" cy="1880640"/>
          </a:xfrm>
          <a:custGeom>
            <a:avLst/>
            <a:gdLst/>
            <a:ahLst/>
            <a:rect l="l" t="t" r="r" b="b"/>
            <a:pathLst>
              <a:path w="2599867" h="1880947">
                <a:moveTo>
                  <a:pt x="0" y="0"/>
                </a:moveTo>
                <a:lnTo>
                  <a:pt x="2599867" y="0"/>
                </a:lnTo>
                <a:lnTo>
                  <a:pt x="2599867" y="1880947"/>
                </a:lnTo>
                <a:lnTo>
                  <a:pt x="0" y="1880947"/>
                </a:lnTo>
                <a:lnTo>
                  <a:pt x="0" y="0"/>
                </a:lnTo>
                <a:close/>
              </a:path>
            </a:pathLst>
          </a:custGeom>
          <a:blipFill rotWithShape="0">
            <a:blip r:embed="rId3">
              <a:alphaModFix amt="35000"/>
            </a:blip>
            <a:stretch>
              <a:fillRect/>
            </a:stretch>
          </a:blip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1" name="Group 1"/>
          <p:cNvGrpSpPr/>
          <p:nvPr/>
        </p:nvGrpSpPr>
        <p:grpSpPr>
          <a:xfrm>
            <a:off x="-856080" y="8187120"/>
            <a:ext cx="5189400" cy="5189400"/>
            <a:chOff x="-856080" y="8187120"/>
            <a:chExt cx="5189400" cy="5189400"/>
          </a:xfrm>
        </p:grpSpPr>
        <p:sp>
          <p:nvSpPr>
            <p:cNvPr id="122" name="CustomShape 2"/>
            <p:cNvSpPr/>
            <p:nvPr/>
          </p:nvSpPr>
          <p:spPr>
            <a:xfrm>
              <a:off x="-856080" y="8187120"/>
              <a:ext cx="5189400" cy="518940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123" name="CustomShape 3"/>
            <p:cNvSpPr/>
            <p:nvPr/>
          </p:nvSpPr>
          <p:spPr>
            <a:xfrm>
              <a:off x="-369720" y="8430480"/>
              <a:ext cx="4216320" cy="4459680"/>
            </a:xfrm>
            <a:prstGeom prst="rect">
              <a:avLst/>
            </a:prstGeom>
            <a:noFill/>
            <a:ln>
              <a:noFill/>
            </a:ln>
          </p:spPr>
          <p:style>
            <a:lnRef idx="0"/>
            <a:fillRef idx="0"/>
            <a:effectRef idx="0"/>
            <a:fontRef idx="minor"/>
          </p:style>
        </p:sp>
      </p:grpSp>
      <p:grpSp>
        <p:nvGrpSpPr>
          <p:cNvPr id="124" name="Group 4"/>
          <p:cNvGrpSpPr/>
          <p:nvPr/>
        </p:nvGrpSpPr>
        <p:grpSpPr>
          <a:xfrm>
            <a:off x="-493920" y="3902400"/>
            <a:ext cx="2008440" cy="2008440"/>
            <a:chOff x="-493920" y="3902400"/>
            <a:chExt cx="2008440" cy="2008440"/>
          </a:xfrm>
        </p:grpSpPr>
        <p:sp>
          <p:nvSpPr>
            <p:cNvPr id="125" name="CustomShape 5"/>
            <p:cNvSpPr/>
            <p:nvPr/>
          </p:nvSpPr>
          <p:spPr>
            <a:xfrm>
              <a:off x="-493920" y="3902400"/>
              <a:ext cx="2008440" cy="2008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b8ff"/>
            </a:solidFill>
            <a:ln>
              <a:noFill/>
            </a:ln>
          </p:spPr>
          <p:style>
            <a:lnRef idx="0"/>
            <a:fillRef idx="0"/>
            <a:effectRef idx="0"/>
            <a:fontRef idx="minor"/>
          </p:style>
        </p:sp>
        <p:sp>
          <p:nvSpPr>
            <p:cNvPr id="126" name="CustomShape 6"/>
            <p:cNvSpPr/>
            <p:nvPr/>
          </p:nvSpPr>
          <p:spPr>
            <a:xfrm>
              <a:off x="-305640" y="3996720"/>
              <a:ext cx="1631880" cy="1726200"/>
            </a:xfrm>
            <a:prstGeom prst="rect">
              <a:avLst/>
            </a:prstGeom>
            <a:noFill/>
            <a:ln>
              <a:noFill/>
            </a:ln>
          </p:spPr>
          <p:style>
            <a:lnRef idx="0"/>
            <a:fillRef idx="0"/>
            <a:effectRef idx="0"/>
            <a:fontRef idx="minor"/>
          </p:style>
        </p:sp>
      </p:grpSp>
      <p:sp>
        <p:nvSpPr>
          <p:cNvPr id="127" name="CustomShape 7"/>
          <p:cNvSpPr/>
          <p:nvPr/>
        </p:nvSpPr>
        <p:spPr>
          <a:xfrm rot="16200000">
            <a:off x="1230840" y="-1230120"/>
            <a:ext cx="3165840" cy="5627520"/>
          </a:xfrm>
          <a:custGeom>
            <a:avLst/>
            <a:gdLst/>
            <a:ahLst/>
            <a:rect l="l" t="t" r="r" b="b"/>
            <a:pathLst>
              <a:path w="3166268" h="5628041">
                <a:moveTo>
                  <a:pt x="0" y="0"/>
                </a:moveTo>
                <a:lnTo>
                  <a:pt x="3166268" y="0"/>
                </a:lnTo>
                <a:lnTo>
                  <a:pt x="3166268" y="5628042"/>
                </a:lnTo>
                <a:lnTo>
                  <a:pt x="0" y="5628042"/>
                </a:lnTo>
                <a:lnTo>
                  <a:pt x="0" y="0"/>
                </a:lnTo>
                <a:close/>
              </a:path>
            </a:pathLst>
          </a:custGeom>
          <a:blipFill rotWithShape="0">
            <a:blip r:embed="rId1"/>
            <a:stretch>
              <a:fillRect/>
            </a:stretch>
          </a:blipFill>
          <a:ln>
            <a:noFill/>
          </a:ln>
        </p:spPr>
        <p:style>
          <a:lnRef idx="0"/>
          <a:fillRef idx="0"/>
          <a:effectRef idx="0"/>
          <a:fontRef idx="minor"/>
        </p:style>
      </p:sp>
      <p:sp>
        <p:nvSpPr>
          <p:cNvPr id="128" name="CustomShape 8"/>
          <p:cNvSpPr/>
          <p:nvPr/>
        </p:nvSpPr>
        <p:spPr>
          <a:xfrm>
            <a:off x="10074600" y="1155240"/>
            <a:ext cx="7482960" cy="3882600"/>
          </a:xfrm>
          <a:custGeom>
            <a:avLst/>
            <a:gdLst/>
            <a:ahLst/>
            <a:rect l="l" t="t" r="r" b="b"/>
            <a:pathLst>
              <a:path w="7483203" h="3882951">
                <a:moveTo>
                  <a:pt x="0" y="0"/>
                </a:moveTo>
                <a:lnTo>
                  <a:pt x="7483203" y="0"/>
                </a:lnTo>
                <a:lnTo>
                  <a:pt x="7483203" y="3882951"/>
                </a:lnTo>
                <a:lnTo>
                  <a:pt x="0" y="3882951"/>
                </a:lnTo>
                <a:lnTo>
                  <a:pt x="0" y="0"/>
                </a:lnTo>
                <a:close/>
              </a:path>
            </a:pathLst>
          </a:custGeom>
          <a:blipFill rotWithShape="0">
            <a:blip r:embed="rId2"/>
            <a:stretch>
              <a:fillRect/>
            </a:stretch>
          </a:blipFill>
          <a:ln>
            <a:noFill/>
          </a:ln>
        </p:spPr>
        <p:style>
          <a:lnRef idx="0"/>
          <a:fillRef idx="0"/>
          <a:effectRef idx="0"/>
          <a:fontRef idx="minor"/>
        </p:style>
      </p:sp>
      <p:grpSp>
        <p:nvGrpSpPr>
          <p:cNvPr id="129" name="Group 9"/>
          <p:cNvGrpSpPr/>
          <p:nvPr/>
        </p:nvGrpSpPr>
        <p:grpSpPr>
          <a:xfrm>
            <a:off x="3820320" y="2261520"/>
            <a:ext cx="8094600" cy="775440"/>
            <a:chOff x="3820320" y="2261520"/>
            <a:chExt cx="8094600" cy="775440"/>
          </a:xfrm>
        </p:grpSpPr>
        <p:sp>
          <p:nvSpPr>
            <p:cNvPr id="130" name="CustomShape 10"/>
            <p:cNvSpPr/>
            <p:nvPr/>
          </p:nvSpPr>
          <p:spPr>
            <a:xfrm>
              <a:off x="3820320" y="2717280"/>
              <a:ext cx="8094600" cy="319680"/>
            </a:xfrm>
            <a:prstGeom prst="rect">
              <a:avLst/>
            </a:prstGeom>
            <a:noFill/>
            <a:ln>
              <a:noFill/>
            </a:ln>
          </p:spPr>
          <p:style>
            <a:lnRef idx="0"/>
            <a:fillRef idx="0"/>
            <a:effectRef idx="0"/>
            <a:fontRef idx="minor"/>
          </p:style>
          <p:txBody>
            <a:bodyPr lIns="0" rIns="0" tIns="0" bIns="0">
              <a:spAutoFit/>
            </a:bodyPr>
            <a:p>
              <a:pPr lvl="1" marL="388800" indent="-194040" algn="just">
                <a:lnSpc>
                  <a:spcPts val="2520"/>
                </a:lnSpc>
                <a:buClr>
                  <a:srgbClr val="000000"/>
                </a:buClr>
                <a:buFont typeface="Arial"/>
                <a:buChar char="•"/>
              </a:pPr>
              <a:r>
                <a:rPr b="0" lang="en-US" sz="1800" spc="-1" strike="noStrike">
                  <a:solidFill>
                    <a:srgbClr val="000000"/>
                  </a:solidFill>
                  <a:latin typeface="Raleway"/>
                </a:rPr>
                <a:t>Comunicación entre procesos y el sistem de ros </a:t>
              </a:r>
              <a:endParaRPr b="0" lang="es-EC" sz="1800" spc="-1" strike="noStrike">
                <a:latin typeface="Arial"/>
              </a:endParaRPr>
            </a:p>
          </p:txBody>
        </p:sp>
        <p:sp>
          <p:nvSpPr>
            <p:cNvPr id="131" name="CustomShape 11"/>
            <p:cNvSpPr/>
            <p:nvPr/>
          </p:nvSpPr>
          <p:spPr>
            <a:xfrm>
              <a:off x="3820320" y="2261520"/>
              <a:ext cx="8094600" cy="426240"/>
            </a:xfrm>
            <a:prstGeom prst="rect">
              <a:avLst/>
            </a:prstGeom>
            <a:noFill/>
            <a:ln>
              <a:noFill/>
            </a:ln>
          </p:spPr>
          <p:style>
            <a:lnRef idx="0"/>
            <a:fillRef idx="0"/>
            <a:effectRef idx="0"/>
            <a:fontRef idx="minor"/>
          </p:style>
          <p:txBody>
            <a:bodyPr lIns="0" rIns="0" tIns="0" bIns="0">
              <a:spAutoFit/>
            </a:bodyPr>
            <a:p>
              <a:pPr algn="just">
                <a:lnSpc>
                  <a:spcPts val="3359"/>
                </a:lnSpc>
                <a:tabLst>
                  <a:tab algn="l" pos="0"/>
                </a:tabLst>
              </a:pPr>
              <a:r>
                <a:rPr b="0" lang="en-US" sz="2400" spc="-1" strike="noStrike">
                  <a:solidFill>
                    <a:srgbClr val="000000"/>
                  </a:solidFill>
                  <a:latin typeface="Raleway Heavy Bold"/>
                </a:rPr>
                <a:t>Nivel Computacional</a:t>
              </a:r>
              <a:endParaRPr b="0" lang="es-EC" sz="2400" spc="-1" strike="noStrike">
                <a:latin typeface="Arial"/>
              </a:endParaRPr>
            </a:p>
          </p:txBody>
        </p:sp>
      </p:grpSp>
      <p:sp>
        <p:nvSpPr>
          <p:cNvPr id="132" name="CustomShape 12"/>
          <p:cNvSpPr/>
          <p:nvPr/>
        </p:nvSpPr>
        <p:spPr>
          <a:xfrm>
            <a:off x="10289880" y="5911560"/>
            <a:ext cx="7572960" cy="3034800"/>
          </a:xfrm>
          <a:custGeom>
            <a:avLst/>
            <a:gdLst/>
            <a:ahLst/>
            <a:rect l="l" t="t" r="r" b="b"/>
            <a:pathLst>
              <a:path w="7573322" h="3035144">
                <a:moveTo>
                  <a:pt x="0" y="0"/>
                </a:moveTo>
                <a:lnTo>
                  <a:pt x="7573322" y="0"/>
                </a:lnTo>
                <a:lnTo>
                  <a:pt x="7573322" y="3035144"/>
                </a:lnTo>
                <a:lnTo>
                  <a:pt x="0" y="3035144"/>
                </a:lnTo>
                <a:lnTo>
                  <a:pt x="0" y="0"/>
                </a:lnTo>
                <a:close/>
              </a:path>
            </a:pathLst>
          </a:custGeom>
          <a:blipFill rotWithShape="0">
            <a:blip r:embed="rId3"/>
            <a:stretch>
              <a:fillRect l="-314" t="-135571" r="0" b="0"/>
            </a:stretch>
          </a:blipFill>
          <a:ln>
            <a:noFill/>
          </a:ln>
        </p:spPr>
        <p:style>
          <a:lnRef idx="0"/>
          <a:fillRef idx="0"/>
          <a:effectRef idx="0"/>
          <a:fontRef idx="minor"/>
        </p:style>
      </p:sp>
      <p:grpSp>
        <p:nvGrpSpPr>
          <p:cNvPr id="133" name="Group 13"/>
          <p:cNvGrpSpPr/>
          <p:nvPr/>
        </p:nvGrpSpPr>
        <p:grpSpPr>
          <a:xfrm>
            <a:off x="3820320" y="5943960"/>
            <a:ext cx="4702680" cy="775440"/>
            <a:chOff x="3820320" y="5943960"/>
            <a:chExt cx="4702680" cy="775440"/>
          </a:xfrm>
        </p:grpSpPr>
        <p:sp>
          <p:nvSpPr>
            <p:cNvPr id="134" name="CustomShape 14"/>
            <p:cNvSpPr/>
            <p:nvPr/>
          </p:nvSpPr>
          <p:spPr>
            <a:xfrm>
              <a:off x="3820320" y="6399720"/>
              <a:ext cx="4702680" cy="319680"/>
            </a:xfrm>
            <a:prstGeom prst="rect">
              <a:avLst/>
            </a:prstGeom>
            <a:noFill/>
            <a:ln>
              <a:noFill/>
            </a:ln>
          </p:spPr>
          <p:style>
            <a:lnRef idx="0"/>
            <a:fillRef idx="0"/>
            <a:effectRef idx="0"/>
            <a:fontRef idx="minor"/>
          </p:style>
          <p:txBody>
            <a:bodyPr lIns="0" rIns="0" tIns="0" bIns="0">
              <a:spAutoFit/>
            </a:bodyPr>
            <a:p>
              <a:pPr lvl="1" marL="388800" indent="-194040" algn="just">
                <a:lnSpc>
                  <a:spcPts val="2520"/>
                </a:lnSpc>
                <a:buClr>
                  <a:srgbClr val="000000"/>
                </a:buClr>
                <a:buFont typeface="Arial"/>
                <a:buChar char="•"/>
              </a:pPr>
              <a:r>
                <a:rPr b="0" lang="en-US" sz="1800" spc="-1" strike="noStrike">
                  <a:solidFill>
                    <a:srgbClr val="000000"/>
                  </a:solidFill>
                  <a:latin typeface="Raleway"/>
                </a:rPr>
                <a:t>Repositorios y versiones de ROS</a:t>
              </a:r>
              <a:endParaRPr b="0" lang="es-EC" sz="1800" spc="-1" strike="noStrike">
                <a:latin typeface="Arial"/>
              </a:endParaRPr>
            </a:p>
          </p:txBody>
        </p:sp>
        <p:sp>
          <p:nvSpPr>
            <p:cNvPr id="135" name="CustomShape 15"/>
            <p:cNvSpPr/>
            <p:nvPr/>
          </p:nvSpPr>
          <p:spPr>
            <a:xfrm>
              <a:off x="3820320" y="5943960"/>
              <a:ext cx="4702680" cy="426240"/>
            </a:xfrm>
            <a:prstGeom prst="rect">
              <a:avLst/>
            </a:prstGeom>
            <a:noFill/>
            <a:ln>
              <a:noFill/>
            </a:ln>
          </p:spPr>
          <p:style>
            <a:lnRef idx="0"/>
            <a:fillRef idx="0"/>
            <a:effectRef idx="0"/>
            <a:fontRef idx="minor"/>
          </p:style>
          <p:txBody>
            <a:bodyPr lIns="0" rIns="0" tIns="0" bIns="0">
              <a:spAutoFit/>
            </a:bodyPr>
            <a:p>
              <a:pPr algn="just">
                <a:lnSpc>
                  <a:spcPts val="3359"/>
                </a:lnSpc>
                <a:tabLst>
                  <a:tab algn="l" pos="0"/>
                </a:tabLst>
              </a:pPr>
              <a:r>
                <a:rPr b="0" lang="en-US" sz="2400" spc="-1" strike="noStrike">
                  <a:solidFill>
                    <a:srgbClr val="000000"/>
                  </a:solidFill>
                  <a:latin typeface="Raleway Heavy Bold"/>
                </a:rPr>
                <a:t>Nivel de la comunidad</a:t>
              </a:r>
              <a:endParaRPr b="0" lang="es-EC" sz="2400" spc="-1" strike="noStrike">
                <a:latin typeface="Arial"/>
              </a:endParaRPr>
            </a:p>
          </p:txBody>
        </p:sp>
      </p:grpSp>
      <p:sp>
        <p:nvSpPr>
          <p:cNvPr id="136" name="CustomShape 16"/>
          <p:cNvSpPr/>
          <p:nvPr/>
        </p:nvSpPr>
        <p:spPr>
          <a:xfrm>
            <a:off x="214200" y="8406000"/>
            <a:ext cx="2599560" cy="1880640"/>
          </a:xfrm>
          <a:custGeom>
            <a:avLst/>
            <a:gdLst/>
            <a:ahLst/>
            <a:rect l="l" t="t" r="r" b="b"/>
            <a:pathLst>
              <a:path w="2599867" h="1880947">
                <a:moveTo>
                  <a:pt x="0" y="0"/>
                </a:moveTo>
                <a:lnTo>
                  <a:pt x="2599867" y="0"/>
                </a:lnTo>
                <a:lnTo>
                  <a:pt x="2599867" y="1880947"/>
                </a:lnTo>
                <a:lnTo>
                  <a:pt x="0" y="1880947"/>
                </a:lnTo>
                <a:lnTo>
                  <a:pt x="0" y="0"/>
                </a:lnTo>
                <a:close/>
              </a:path>
            </a:pathLst>
          </a:custGeom>
          <a:blipFill rotWithShape="0">
            <a:blip r:embed="rId4">
              <a:alphaModFix amt="35000"/>
            </a:blip>
            <a:stretch>
              <a:fillRect/>
            </a:stretch>
          </a:blip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LibreOffice/6.4.7.2$Linux_X86_64 LibreOffice_project/40$Build-2</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language>es-EC</dc:language>
  <cp:lastModifiedBy/>
  <dcterms:modified xsi:type="dcterms:W3CDTF">2024-05-17T14:39:33Z</dcterms:modified>
  <cp:revision>2</cp:revision>
  <dc:subject/>
  <dc:title>Copia de Presentación proyecto industrial mecanizado ilustraciones azul y amarillo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0</vt:bool>
  </property>
  <property fmtid="{D5CDD505-2E9C-101B-9397-08002B2CF9AE}" pid="10" name="ShareDoc">
    <vt:bool>0</vt:bool>
  </property>
  <property fmtid="{D5CDD505-2E9C-101B-9397-08002B2CF9AE}" pid="11" name="Slides">
    <vt:i4>0</vt:i4>
  </property>
</Properties>
</file>